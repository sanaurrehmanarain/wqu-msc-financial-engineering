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custom-properties+xml" PartName="/docProps/custom.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Lst>
  <p:sldSz cy="6858000" cx="12192000"/>
  <p:notesSz cx="6858000" cy="9144000"/>
  <p:embeddedFontLst>
    <p:embeddedFont>
      <p:font typeface="Libre Franklin"/>
      <p:regular r:id="rId11"/>
      <p:bold r:id="rId12"/>
      <p:italic r:id="rId13"/>
      <p:boldItalic r:id="rId14"/>
    </p:embeddedFont>
    <p:embeddedFont>
      <p:font typeface="Franklin Gothic"/>
      <p:bold r:id="rId1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6" roundtripDataSignature="AMtx7mgCBtzX20FtD+jlmg0Er4ByxGlpz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1D39075-02B3-4EAA-B60B-268361980C3E}">
  <a:tblStyle styleId="{81D39075-02B3-4EAA-B60B-268361980C3E}" styleName="Table_0">
    <a:wholeTbl>
      <a:tcTxStyle b="off" i="off">
        <a:font>
          <a:latin typeface="Franklin Gothic Book"/>
          <a:ea typeface="Franklin Gothic Book"/>
          <a:cs typeface="Franklin Gothic Book"/>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12700">
              <a:solidFill>
                <a:schemeClr val="accent4"/>
              </a:solidFill>
              <a:prstDash val="solid"/>
              <a:round/>
              <a:headEnd len="sm" w="sm" type="none"/>
              <a:tailEnd len="sm" w="sm" type="none"/>
            </a:ln>
          </a:top>
          <a:bottom>
            <a:ln cap="flat" cmpd="sng" w="12700">
              <a:solidFill>
                <a:schemeClr val="accent4"/>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tcStyle>
        <a:fill>
          <a:solidFill>
            <a:schemeClr val="accent4">
              <a:alpha val="20000"/>
            </a:schemeClr>
          </a:solidFill>
        </a:fill>
      </a:tcStyle>
    </a:band1H>
    <a:band2H>
      <a:tcTxStyle/>
    </a:band2H>
    <a:band1V>
      <a:tcTxStyle/>
      <a:tcStyle>
        <a:fill>
          <a:solidFill>
            <a:schemeClr val="accent4">
              <a:alpha val="20000"/>
            </a:schemeClr>
          </a:solidFill>
        </a:fill>
      </a:tcStyle>
    </a:band1V>
    <a:band2V>
      <a:tcTxStyle/>
    </a:band2V>
    <a:lastCol>
      <a:tcTxStyle b="on" i="off"/>
    </a:lastCol>
    <a:firstCol>
      <a:tcTxStyle b="on" i="off"/>
    </a:firstCol>
    <a:lastRow>
      <a:tcTxStyle b="on" i="off"/>
      <a:tcStyle>
        <a:tcBdr>
          <a:top>
            <a:ln cap="flat" cmpd="sng" w="12700">
              <a:solidFill>
                <a:schemeClr val="accent4"/>
              </a:solidFill>
              <a:prstDash val="solid"/>
              <a:round/>
              <a:headEnd len="sm" w="sm" type="none"/>
              <a:tailEnd len="sm" w="sm" type="none"/>
            </a:ln>
          </a:top>
        </a:tcBdr>
        <a:fill>
          <a:solidFill>
            <a:srgbClr val="FFFFFF">
              <a:alpha val="0"/>
            </a:srgbClr>
          </a:solidFill>
        </a:fill>
      </a:tcStyle>
    </a:lastRow>
    <a:seCell>
      <a:tcTxStyle/>
    </a:seCell>
    <a:swCell>
      <a:tcTxStyle/>
    </a:swCell>
    <a:firstRow>
      <a:tcTxStyle b="on" i="off"/>
      <a:tcStyle>
        <a:tcBdr>
          <a:bottom>
            <a:ln cap="flat" cmpd="sng" w="12700">
              <a:solidFill>
                <a:schemeClr val="accent4"/>
              </a:solidFill>
              <a:prstDash val="solid"/>
              <a:round/>
              <a:headEnd len="sm" w="sm" type="none"/>
              <a:tailEnd len="sm" w="sm" type="none"/>
            </a:ln>
          </a:bottom>
        </a:tcBdr>
        <a:fill>
          <a:solidFill>
            <a:srgbClr val="FFFFFF">
              <a:alpha val="0"/>
            </a:srgbClr>
          </a:solidFill>
        </a:fill>
      </a:tcStyle>
    </a:firstRow>
    <a:neCell>
      <a:tcTxStyle/>
    </a:neCell>
    <a:nwCell>
      <a:tcTxStyle/>
    </a:nwCell>
  </a:tblStyle>
  <a:tblStyle styleId="{D16BF3A9-1E8E-42CA-A1AB-794DEC252B5E}"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font" Target="fonts/LibreFranklin-regular.fntdata"/><Relationship Id="rId10" Type="http://schemas.openxmlformats.org/officeDocument/2006/relationships/slide" Target="slides/slide5.xml"/><Relationship Id="rId13" Type="http://schemas.openxmlformats.org/officeDocument/2006/relationships/font" Target="fonts/LibreFranklin-italic.fntdata"/><Relationship Id="rId12" Type="http://schemas.openxmlformats.org/officeDocument/2006/relationships/font" Target="fonts/LibreFranklin-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FranklinGothic-bold.fntdata"/><Relationship Id="rId14" Type="http://schemas.openxmlformats.org/officeDocument/2006/relationships/font" Target="fonts/LibreFranklin-boldItalic.fntdata"/><Relationship Id="rId16"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4" name="Shape 14"/>
        <p:cNvGrpSpPr/>
        <p:nvPr/>
      </p:nvGrpSpPr>
      <p:grpSpPr>
        <a:xfrm>
          <a:off x="0" y="0"/>
          <a:ext cx="0" cy="0"/>
          <a:chOff x="0" y="0"/>
          <a:chExt cx="0" cy="0"/>
        </a:xfrm>
      </p:grpSpPr>
      <p:sp>
        <p:nvSpPr>
          <p:cNvPr id="15" name="Google Shape;15;p7"/>
          <p:cNvSpPr/>
          <p:nvPr/>
        </p:nvSpPr>
        <p:spPr>
          <a:xfrm>
            <a:off x="446534" y="3085764"/>
            <a:ext cx="11298932" cy="3338149"/>
          </a:xfrm>
          <a:prstGeom prst="rect">
            <a:avLst/>
          </a:prstGeom>
          <a:solidFill>
            <a:srgbClr val="4653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7"/>
          <p:cNvSpPr txBox="1"/>
          <p:nvPr>
            <p:ph type="ctrTitle"/>
          </p:nvPr>
        </p:nvSpPr>
        <p:spPr>
          <a:xfrm>
            <a:off x="581191" y="1020431"/>
            <a:ext cx="10993549" cy="1475013"/>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rgbClr val="3F3F3F"/>
              </a:buClr>
              <a:buSzPts val="3600"/>
              <a:buFont typeface="Franklin Gothic"/>
              <a:buNone/>
              <a:defRPr sz="3600">
                <a:solidFill>
                  <a:srgbClr val="3F3F3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7"/>
          <p:cNvSpPr txBox="1"/>
          <p:nvPr>
            <p:ph idx="1" type="subTitle"/>
          </p:nvPr>
        </p:nvSpPr>
        <p:spPr>
          <a:xfrm>
            <a:off x="581194" y="2495445"/>
            <a:ext cx="10993546" cy="590321"/>
          </a:xfrm>
          <a:prstGeom prst="rect">
            <a:avLst/>
          </a:prstGeom>
          <a:noFill/>
          <a:ln>
            <a:noFill/>
          </a:ln>
        </p:spPr>
        <p:txBody>
          <a:bodyPr anchorCtr="0" anchor="t" bIns="45700" lIns="91425" spcFirstLastPara="1" rIns="91425" wrap="square" tIns="45700">
            <a:normAutofit/>
          </a:bodyPr>
          <a:lstStyle>
            <a:lvl1pPr lvl="0" algn="l">
              <a:lnSpc>
                <a:spcPct val="110000"/>
              </a:lnSpc>
              <a:spcBef>
                <a:spcPts val="320"/>
              </a:spcBef>
              <a:spcAft>
                <a:spcPts val="0"/>
              </a:spcAft>
              <a:buSzPts val="1472"/>
              <a:buNone/>
              <a:defRPr sz="1600" cap="none">
                <a:solidFill>
                  <a:schemeClr val="accent1"/>
                </a:solidFill>
              </a:defRPr>
            </a:lvl1pPr>
            <a:lvl2pPr lvl="1" algn="ctr">
              <a:spcBef>
                <a:spcPts val="600"/>
              </a:spcBef>
              <a:spcAft>
                <a:spcPts val="0"/>
              </a:spcAft>
              <a:buSzPts val="1288"/>
              <a:buNone/>
              <a:defRPr>
                <a:solidFill>
                  <a:srgbClr val="888888"/>
                </a:solidFill>
              </a:defRPr>
            </a:lvl2pPr>
            <a:lvl3pPr lvl="2" algn="ctr">
              <a:spcBef>
                <a:spcPts val="600"/>
              </a:spcBef>
              <a:spcAft>
                <a:spcPts val="0"/>
              </a:spcAft>
              <a:buSzPts val="1196"/>
              <a:buNone/>
              <a:defRPr>
                <a:solidFill>
                  <a:srgbClr val="888888"/>
                </a:solidFill>
              </a:defRPr>
            </a:lvl3pPr>
            <a:lvl4pPr lvl="3" algn="ctr">
              <a:spcBef>
                <a:spcPts val="600"/>
              </a:spcBef>
              <a:spcAft>
                <a:spcPts val="0"/>
              </a:spcAft>
              <a:buSzPts val="1012"/>
              <a:buNone/>
              <a:defRPr>
                <a:solidFill>
                  <a:srgbClr val="888888"/>
                </a:solidFill>
              </a:defRPr>
            </a:lvl4pPr>
            <a:lvl5pPr lvl="4" algn="ctr">
              <a:spcBef>
                <a:spcPts val="600"/>
              </a:spcBef>
              <a:spcAft>
                <a:spcPts val="0"/>
              </a:spcAft>
              <a:buSzPts val="1012"/>
              <a:buNone/>
              <a:defRPr>
                <a:solidFill>
                  <a:srgbClr val="888888"/>
                </a:solidFill>
              </a:defRPr>
            </a:lvl5pPr>
            <a:lvl6pPr lvl="5" algn="ctr">
              <a:spcBef>
                <a:spcPts val="600"/>
              </a:spcBef>
              <a:spcAft>
                <a:spcPts val="0"/>
              </a:spcAft>
              <a:buSzPts val="1104"/>
              <a:buNone/>
              <a:defRPr>
                <a:solidFill>
                  <a:srgbClr val="888888"/>
                </a:solidFill>
              </a:defRPr>
            </a:lvl6pPr>
            <a:lvl7pPr lvl="6" algn="ctr">
              <a:spcBef>
                <a:spcPts val="600"/>
              </a:spcBef>
              <a:spcAft>
                <a:spcPts val="0"/>
              </a:spcAft>
              <a:buSzPts val="1104"/>
              <a:buNone/>
              <a:defRPr>
                <a:solidFill>
                  <a:srgbClr val="888888"/>
                </a:solidFill>
              </a:defRPr>
            </a:lvl7pPr>
            <a:lvl8pPr lvl="7" algn="ctr">
              <a:spcBef>
                <a:spcPts val="600"/>
              </a:spcBef>
              <a:spcAft>
                <a:spcPts val="0"/>
              </a:spcAft>
              <a:buSzPts val="1104"/>
              <a:buNone/>
              <a:defRPr>
                <a:solidFill>
                  <a:srgbClr val="888888"/>
                </a:solidFill>
              </a:defRPr>
            </a:lvl8pPr>
            <a:lvl9pPr lvl="8" algn="ctr">
              <a:spcBef>
                <a:spcPts val="600"/>
              </a:spcBef>
              <a:spcAft>
                <a:spcPts val="600"/>
              </a:spcAft>
              <a:buSzPts val="1104"/>
              <a:buNone/>
              <a:defRPr>
                <a:solidFill>
                  <a:srgbClr val="888888"/>
                </a:solidFill>
              </a:defRPr>
            </a:lvl9pPr>
          </a:lstStyle>
          <a:p/>
        </p:txBody>
      </p:sp>
      <p:sp>
        <p:nvSpPr>
          <p:cNvPr id="18" name="Google Shape;18;p7"/>
          <p:cNvSpPr txBox="1"/>
          <p:nvPr>
            <p:ph idx="10" type="dt"/>
          </p:nvPr>
        </p:nvSpPr>
        <p:spPr>
          <a:xfrm>
            <a:off x="7605951" y="6423914"/>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7"/>
          <p:cNvSpPr txBox="1"/>
          <p:nvPr>
            <p:ph idx="11" type="ftr"/>
          </p:nvPr>
        </p:nvSpPr>
        <p:spPr>
          <a:xfrm>
            <a:off x="581192" y="6423914"/>
            <a:ext cx="69172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7"/>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8"/>
          <p:cNvSpPr txBox="1"/>
          <p:nvPr>
            <p:ph type="title"/>
          </p:nvPr>
        </p:nvSpPr>
        <p:spPr>
          <a:xfrm>
            <a:off x="581192" y="702156"/>
            <a:ext cx="11029616" cy="118872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rgbClr val="3F3F3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8"/>
          <p:cNvSpPr txBox="1"/>
          <p:nvPr>
            <p:ph idx="1" type="body"/>
          </p:nvPr>
        </p:nvSpPr>
        <p:spPr>
          <a:xfrm>
            <a:off x="581192" y="2340864"/>
            <a:ext cx="11029615" cy="3634486"/>
          </a:xfrm>
          <a:prstGeom prst="rect">
            <a:avLst/>
          </a:prstGeom>
          <a:noFill/>
          <a:ln>
            <a:noFill/>
          </a:ln>
        </p:spPr>
        <p:txBody>
          <a:bodyPr anchorCtr="0" anchor="ctr" bIns="45700" lIns="91425" spcFirstLastPara="1" rIns="91425" wrap="square" tIns="45700">
            <a:normAutofit/>
          </a:bodyPr>
          <a:lstStyle>
            <a:lvl1pPr indent="-333756" lvl="0" marL="457200" algn="l">
              <a:lnSpc>
                <a:spcPct val="110000"/>
              </a:lnSpc>
              <a:spcBef>
                <a:spcPts val="360"/>
              </a:spcBef>
              <a:spcAft>
                <a:spcPts val="0"/>
              </a:spcAft>
              <a:buSzPts val="1656"/>
              <a:buChar char="◼"/>
              <a:defRPr/>
            </a:lvl1pPr>
            <a:lvl2pPr indent="-333756" lvl="1" marL="914400" algn="l">
              <a:spcBef>
                <a:spcPts val="600"/>
              </a:spcBef>
              <a:spcAft>
                <a:spcPts val="0"/>
              </a:spcAft>
              <a:buSzPts val="1656"/>
              <a:buChar char="◼"/>
              <a:defRPr/>
            </a:lvl2pPr>
            <a:lvl3pPr indent="-333756" lvl="2" marL="1371600" algn="l">
              <a:spcBef>
                <a:spcPts val="600"/>
              </a:spcBef>
              <a:spcAft>
                <a:spcPts val="0"/>
              </a:spcAft>
              <a:buSzPts val="1656"/>
              <a:buChar char="◼"/>
              <a:defRPr/>
            </a:lvl3pPr>
            <a:lvl4pPr indent="-333756" lvl="3" marL="1828800" algn="l">
              <a:spcBef>
                <a:spcPts val="600"/>
              </a:spcBef>
              <a:spcAft>
                <a:spcPts val="0"/>
              </a:spcAft>
              <a:buSzPts val="1656"/>
              <a:buChar char="◼"/>
              <a:defRPr/>
            </a:lvl4pPr>
            <a:lvl5pPr indent="-333756" lvl="4" marL="2286000" algn="l">
              <a:spcBef>
                <a:spcPts val="600"/>
              </a:spcBef>
              <a:spcAft>
                <a:spcPts val="0"/>
              </a:spcAft>
              <a:buSzPts val="1656"/>
              <a:buChar char="◼"/>
              <a:defRPr/>
            </a:lvl5pPr>
            <a:lvl6pPr indent="-333756" lvl="5" marL="2743200" algn="l">
              <a:spcBef>
                <a:spcPts val="600"/>
              </a:spcBef>
              <a:spcAft>
                <a:spcPts val="0"/>
              </a:spcAft>
              <a:buSzPts val="1656"/>
              <a:buChar char="◼"/>
              <a:defRPr/>
            </a:lvl6pPr>
            <a:lvl7pPr indent="-333756" lvl="6" marL="3200400" algn="l">
              <a:spcBef>
                <a:spcPts val="600"/>
              </a:spcBef>
              <a:spcAft>
                <a:spcPts val="0"/>
              </a:spcAft>
              <a:buSzPts val="1656"/>
              <a:buChar char="◼"/>
              <a:defRPr/>
            </a:lvl7pPr>
            <a:lvl8pPr indent="-333756" lvl="7" marL="3657600" algn="l">
              <a:spcBef>
                <a:spcPts val="600"/>
              </a:spcBef>
              <a:spcAft>
                <a:spcPts val="0"/>
              </a:spcAft>
              <a:buSzPts val="1656"/>
              <a:buChar char="◼"/>
              <a:defRPr/>
            </a:lvl8pPr>
            <a:lvl9pPr indent="-333756" lvl="8" marL="4114800" algn="l">
              <a:spcBef>
                <a:spcPts val="600"/>
              </a:spcBef>
              <a:spcAft>
                <a:spcPts val="600"/>
              </a:spcAft>
              <a:buSzPts val="1656"/>
              <a:buChar char="◼"/>
              <a:defRPr/>
            </a:lvl9pPr>
          </a:lstStyle>
          <a:p/>
        </p:txBody>
      </p:sp>
      <p:sp>
        <p:nvSpPr>
          <p:cNvPr id="24" name="Google Shape;24;p8"/>
          <p:cNvSpPr txBox="1"/>
          <p:nvPr>
            <p:ph idx="10" type="dt"/>
          </p:nvPr>
        </p:nvSpPr>
        <p:spPr>
          <a:xfrm>
            <a:off x="7605951" y="6423914"/>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8"/>
          <p:cNvSpPr txBox="1"/>
          <p:nvPr>
            <p:ph idx="11" type="ftr"/>
          </p:nvPr>
        </p:nvSpPr>
        <p:spPr>
          <a:xfrm>
            <a:off x="581192" y="6423914"/>
            <a:ext cx="69172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8"/>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9"/>
          <p:cNvSpPr/>
          <p:nvPr/>
        </p:nvSpPr>
        <p:spPr>
          <a:xfrm>
            <a:off x="447817" y="5141974"/>
            <a:ext cx="11290860" cy="1258827"/>
          </a:xfrm>
          <a:prstGeom prst="rect">
            <a:avLst/>
          </a:prstGeom>
          <a:solidFill>
            <a:srgbClr val="4653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9"/>
          <p:cNvSpPr txBox="1"/>
          <p:nvPr>
            <p:ph type="title"/>
          </p:nvPr>
        </p:nvSpPr>
        <p:spPr>
          <a:xfrm>
            <a:off x="581193" y="2393950"/>
            <a:ext cx="11029615" cy="2147467"/>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rgbClr val="3F3F3F"/>
              </a:buClr>
              <a:buSzPts val="3600"/>
              <a:buFont typeface="Franklin Gothic"/>
              <a:buNone/>
              <a:defRPr b="0" sz="3600" cap="none">
                <a:solidFill>
                  <a:srgbClr val="3F3F3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9"/>
          <p:cNvSpPr txBox="1"/>
          <p:nvPr>
            <p:ph idx="1" type="body"/>
          </p:nvPr>
        </p:nvSpPr>
        <p:spPr>
          <a:xfrm>
            <a:off x="581192" y="4541417"/>
            <a:ext cx="11029615" cy="600556"/>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360"/>
              </a:spcBef>
              <a:spcAft>
                <a:spcPts val="0"/>
              </a:spcAft>
              <a:buSzPts val="1656"/>
              <a:buNone/>
              <a:defRPr sz="1800" cap="none">
                <a:solidFill>
                  <a:schemeClr val="accent1"/>
                </a:solidFill>
              </a:defRPr>
            </a:lvl1pPr>
            <a:lvl2pPr indent="-228600" lvl="1" marL="914400" algn="l">
              <a:spcBef>
                <a:spcPts val="600"/>
              </a:spcBef>
              <a:spcAft>
                <a:spcPts val="0"/>
              </a:spcAft>
              <a:buSzPts val="1656"/>
              <a:buNone/>
              <a:defRPr sz="1800">
                <a:solidFill>
                  <a:srgbClr val="888888"/>
                </a:solidFill>
              </a:defRPr>
            </a:lvl2pPr>
            <a:lvl3pPr indent="-228600" lvl="2" marL="1371600" algn="l">
              <a:spcBef>
                <a:spcPts val="600"/>
              </a:spcBef>
              <a:spcAft>
                <a:spcPts val="0"/>
              </a:spcAft>
              <a:buSzPts val="1472"/>
              <a:buNone/>
              <a:defRPr sz="1600">
                <a:solidFill>
                  <a:srgbClr val="888888"/>
                </a:solidFill>
              </a:defRPr>
            </a:lvl3pPr>
            <a:lvl4pPr indent="-228600" lvl="3" marL="1828800" algn="l">
              <a:spcBef>
                <a:spcPts val="600"/>
              </a:spcBef>
              <a:spcAft>
                <a:spcPts val="0"/>
              </a:spcAft>
              <a:buSzPts val="1288"/>
              <a:buNone/>
              <a:defRPr sz="1400">
                <a:solidFill>
                  <a:srgbClr val="888888"/>
                </a:solidFill>
              </a:defRPr>
            </a:lvl4pPr>
            <a:lvl5pPr indent="-228600" lvl="4" marL="2286000" algn="l">
              <a:spcBef>
                <a:spcPts val="600"/>
              </a:spcBef>
              <a:spcAft>
                <a:spcPts val="0"/>
              </a:spcAft>
              <a:buSzPts val="1288"/>
              <a:buNone/>
              <a:defRPr sz="1400">
                <a:solidFill>
                  <a:srgbClr val="888888"/>
                </a:solidFill>
              </a:defRPr>
            </a:lvl5pPr>
            <a:lvl6pPr indent="-228600" lvl="5" marL="2743200" algn="l">
              <a:spcBef>
                <a:spcPts val="600"/>
              </a:spcBef>
              <a:spcAft>
                <a:spcPts val="0"/>
              </a:spcAft>
              <a:buSzPts val="1288"/>
              <a:buNone/>
              <a:defRPr sz="1400">
                <a:solidFill>
                  <a:srgbClr val="888888"/>
                </a:solidFill>
              </a:defRPr>
            </a:lvl6pPr>
            <a:lvl7pPr indent="-228600" lvl="6" marL="3200400" algn="l">
              <a:spcBef>
                <a:spcPts val="600"/>
              </a:spcBef>
              <a:spcAft>
                <a:spcPts val="0"/>
              </a:spcAft>
              <a:buSzPts val="1288"/>
              <a:buNone/>
              <a:defRPr sz="1400">
                <a:solidFill>
                  <a:srgbClr val="888888"/>
                </a:solidFill>
              </a:defRPr>
            </a:lvl7pPr>
            <a:lvl8pPr indent="-228600" lvl="7" marL="3657600" algn="l">
              <a:spcBef>
                <a:spcPts val="600"/>
              </a:spcBef>
              <a:spcAft>
                <a:spcPts val="0"/>
              </a:spcAft>
              <a:buSzPts val="1288"/>
              <a:buNone/>
              <a:defRPr sz="1400">
                <a:solidFill>
                  <a:srgbClr val="888888"/>
                </a:solidFill>
              </a:defRPr>
            </a:lvl8pPr>
            <a:lvl9pPr indent="-228600" lvl="8" marL="4114800" algn="l">
              <a:spcBef>
                <a:spcPts val="600"/>
              </a:spcBef>
              <a:spcAft>
                <a:spcPts val="600"/>
              </a:spcAft>
              <a:buSzPts val="1288"/>
              <a:buNone/>
              <a:defRPr sz="1400">
                <a:solidFill>
                  <a:srgbClr val="888888"/>
                </a:solidFill>
              </a:defRPr>
            </a:lvl9pPr>
          </a:lstStyle>
          <a:p/>
        </p:txBody>
      </p:sp>
      <p:sp>
        <p:nvSpPr>
          <p:cNvPr id="31" name="Google Shape;31;p9"/>
          <p:cNvSpPr txBox="1"/>
          <p:nvPr>
            <p:ph idx="10" type="dt"/>
          </p:nvPr>
        </p:nvSpPr>
        <p:spPr>
          <a:xfrm>
            <a:off x="7605951" y="6423914"/>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9"/>
          <p:cNvSpPr txBox="1"/>
          <p:nvPr>
            <p:ph idx="11" type="ftr"/>
          </p:nvPr>
        </p:nvSpPr>
        <p:spPr>
          <a:xfrm>
            <a:off x="581192" y="6423914"/>
            <a:ext cx="69172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9"/>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4" name="Shape 34"/>
        <p:cNvGrpSpPr/>
        <p:nvPr/>
      </p:nvGrpSpPr>
      <p:grpSpPr>
        <a:xfrm>
          <a:off x="0" y="0"/>
          <a:ext cx="0" cy="0"/>
          <a:chOff x="0" y="0"/>
          <a:chExt cx="0" cy="0"/>
        </a:xfrm>
      </p:grpSpPr>
      <p:sp>
        <p:nvSpPr>
          <p:cNvPr id="35" name="Google Shape;35;p10"/>
          <p:cNvSpPr txBox="1"/>
          <p:nvPr>
            <p:ph type="title"/>
          </p:nvPr>
        </p:nvSpPr>
        <p:spPr>
          <a:xfrm>
            <a:off x="581193" y="729658"/>
            <a:ext cx="11029616" cy="988332"/>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rgbClr val="3F3F3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10"/>
          <p:cNvSpPr txBox="1"/>
          <p:nvPr>
            <p:ph idx="1" type="body"/>
          </p:nvPr>
        </p:nvSpPr>
        <p:spPr>
          <a:xfrm>
            <a:off x="581193" y="2228003"/>
            <a:ext cx="5194767" cy="3633047"/>
          </a:xfrm>
          <a:prstGeom prst="rect">
            <a:avLst/>
          </a:prstGeom>
          <a:noFill/>
          <a:ln>
            <a:noFill/>
          </a:ln>
        </p:spPr>
        <p:txBody>
          <a:bodyPr anchorCtr="0" anchor="ctr" bIns="45700" lIns="91425" spcFirstLastPara="1" rIns="91425" wrap="square" tIns="45700">
            <a:normAutofit/>
          </a:bodyPr>
          <a:lstStyle>
            <a:lvl1pPr indent="-333756" lvl="0" marL="457200" algn="l">
              <a:lnSpc>
                <a:spcPct val="110000"/>
              </a:lnSpc>
              <a:spcBef>
                <a:spcPts val="360"/>
              </a:spcBef>
              <a:spcAft>
                <a:spcPts val="0"/>
              </a:spcAft>
              <a:buSzPts val="1656"/>
              <a:buChar char="◼"/>
              <a:defRPr/>
            </a:lvl1pPr>
            <a:lvl2pPr indent="-333756" lvl="1" marL="914400" algn="l">
              <a:spcBef>
                <a:spcPts val="600"/>
              </a:spcBef>
              <a:spcAft>
                <a:spcPts val="0"/>
              </a:spcAft>
              <a:buSzPts val="1656"/>
              <a:buChar char="◼"/>
              <a:defRPr/>
            </a:lvl2pPr>
            <a:lvl3pPr indent="-333756" lvl="2" marL="1371600" algn="l">
              <a:spcBef>
                <a:spcPts val="600"/>
              </a:spcBef>
              <a:spcAft>
                <a:spcPts val="0"/>
              </a:spcAft>
              <a:buSzPts val="1656"/>
              <a:buChar char="◼"/>
              <a:defRPr/>
            </a:lvl3pPr>
            <a:lvl4pPr indent="-333756" lvl="3" marL="1828800" algn="l">
              <a:spcBef>
                <a:spcPts val="600"/>
              </a:spcBef>
              <a:spcAft>
                <a:spcPts val="0"/>
              </a:spcAft>
              <a:buSzPts val="1656"/>
              <a:buChar char="◼"/>
              <a:defRPr/>
            </a:lvl4pPr>
            <a:lvl5pPr indent="-333756" lvl="4" marL="2286000" algn="l">
              <a:spcBef>
                <a:spcPts val="600"/>
              </a:spcBef>
              <a:spcAft>
                <a:spcPts val="0"/>
              </a:spcAft>
              <a:buSzPts val="1656"/>
              <a:buChar char="◼"/>
              <a:defRPr/>
            </a:lvl5pPr>
            <a:lvl6pPr indent="-333756" lvl="5" marL="2743200" algn="l">
              <a:spcBef>
                <a:spcPts val="600"/>
              </a:spcBef>
              <a:spcAft>
                <a:spcPts val="0"/>
              </a:spcAft>
              <a:buSzPts val="1656"/>
              <a:buChar char="◼"/>
              <a:defRPr/>
            </a:lvl6pPr>
            <a:lvl7pPr indent="-333756" lvl="6" marL="3200400" algn="l">
              <a:spcBef>
                <a:spcPts val="600"/>
              </a:spcBef>
              <a:spcAft>
                <a:spcPts val="0"/>
              </a:spcAft>
              <a:buSzPts val="1656"/>
              <a:buChar char="◼"/>
              <a:defRPr/>
            </a:lvl7pPr>
            <a:lvl8pPr indent="-333756" lvl="7" marL="3657600" algn="l">
              <a:spcBef>
                <a:spcPts val="600"/>
              </a:spcBef>
              <a:spcAft>
                <a:spcPts val="0"/>
              </a:spcAft>
              <a:buSzPts val="1656"/>
              <a:buChar char="◼"/>
              <a:defRPr/>
            </a:lvl8pPr>
            <a:lvl9pPr indent="-333756" lvl="8" marL="4114800" algn="l">
              <a:spcBef>
                <a:spcPts val="600"/>
              </a:spcBef>
              <a:spcAft>
                <a:spcPts val="600"/>
              </a:spcAft>
              <a:buSzPts val="1656"/>
              <a:buChar char="◼"/>
              <a:defRPr/>
            </a:lvl9pPr>
          </a:lstStyle>
          <a:p/>
        </p:txBody>
      </p:sp>
      <p:sp>
        <p:nvSpPr>
          <p:cNvPr id="37" name="Google Shape;37;p10"/>
          <p:cNvSpPr txBox="1"/>
          <p:nvPr>
            <p:ph idx="2" type="body"/>
          </p:nvPr>
        </p:nvSpPr>
        <p:spPr>
          <a:xfrm>
            <a:off x="6416039" y="2228003"/>
            <a:ext cx="5194769" cy="3633047"/>
          </a:xfrm>
          <a:prstGeom prst="rect">
            <a:avLst/>
          </a:prstGeom>
          <a:noFill/>
          <a:ln>
            <a:noFill/>
          </a:ln>
        </p:spPr>
        <p:txBody>
          <a:bodyPr anchorCtr="0" anchor="ctr" bIns="45700" lIns="91425" spcFirstLastPara="1" rIns="91425" wrap="square" tIns="45700">
            <a:normAutofit/>
          </a:bodyPr>
          <a:lstStyle>
            <a:lvl1pPr indent="-333756" lvl="0" marL="457200" algn="l">
              <a:lnSpc>
                <a:spcPct val="110000"/>
              </a:lnSpc>
              <a:spcBef>
                <a:spcPts val="360"/>
              </a:spcBef>
              <a:spcAft>
                <a:spcPts val="0"/>
              </a:spcAft>
              <a:buSzPts val="1656"/>
              <a:buChar char="◼"/>
              <a:defRPr/>
            </a:lvl1pPr>
            <a:lvl2pPr indent="-333756" lvl="1" marL="914400" algn="l">
              <a:spcBef>
                <a:spcPts val="600"/>
              </a:spcBef>
              <a:spcAft>
                <a:spcPts val="0"/>
              </a:spcAft>
              <a:buSzPts val="1656"/>
              <a:buChar char="◼"/>
              <a:defRPr/>
            </a:lvl2pPr>
            <a:lvl3pPr indent="-333756" lvl="2" marL="1371600" algn="l">
              <a:spcBef>
                <a:spcPts val="600"/>
              </a:spcBef>
              <a:spcAft>
                <a:spcPts val="0"/>
              </a:spcAft>
              <a:buSzPts val="1656"/>
              <a:buChar char="◼"/>
              <a:defRPr/>
            </a:lvl3pPr>
            <a:lvl4pPr indent="-333756" lvl="3" marL="1828800" algn="l">
              <a:spcBef>
                <a:spcPts val="600"/>
              </a:spcBef>
              <a:spcAft>
                <a:spcPts val="0"/>
              </a:spcAft>
              <a:buSzPts val="1656"/>
              <a:buChar char="◼"/>
              <a:defRPr/>
            </a:lvl4pPr>
            <a:lvl5pPr indent="-333756" lvl="4" marL="2286000" algn="l">
              <a:spcBef>
                <a:spcPts val="600"/>
              </a:spcBef>
              <a:spcAft>
                <a:spcPts val="0"/>
              </a:spcAft>
              <a:buSzPts val="1656"/>
              <a:buChar char="◼"/>
              <a:defRPr/>
            </a:lvl5pPr>
            <a:lvl6pPr indent="-333756" lvl="5" marL="2743200" algn="l">
              <a:spcBef>
                <a:spcPts val="600"/>
              </a:spcBef>
              <a:spcAft>
                <a:spcPts val="0"/>
              </a:spcAft>
              <a:buSzPts val="1656"/>
              <a:buChar char="◼"/>
              <a:defRPr/>
            </a:lvl6pPr>
            <a:lvl7pPr indent="-333756" lvl="6" marL="3200400" algn="l">
              <a:spcBef>
                <a:spcPts val="600"/>
              </a:spcBef>
              <a:spcAft>
                <a:spcPts val="0"/>
              </a:spcAft>
              <a:buSzPts val="1656"/>
              <a:buChar char="◼"/>
              <a:defRPr/>
            </a:lvl7pPr>
            <a:lvl8pPr indent="-333756" lvl="7" marL="3657600" algn="l">
              <a:spcBef>
                <a:spcPts val="600"/>
              </a:spcBef>
              <a:spcAft>
                <a:spcPts val="0"/>
              </a:spcAft>
              <a:buSzPts val="1656"/>
              <a:buChar char="◼"/>
              <a:defRPr/>
            </a:lvl8pPr>
            <a:lvl9pPr indent="-333756" lvl="8" marL="4114800" algn="l">
              <a:spcBef>
                <a:spcPts val="600"/>
              </a:spcBef>
              <a:spcAft>
                <a:spcPts val="600"/>
              </a:spcAft>
              <a:buSzPts val="1656"/>
              <a:buChar char="◼"/>
              <a:defRPr/>
            </a:lvl9pPr>
          </a:lstStyle>
          <a:p/>
        </p:txBody>
      </p:sp>
      <p:sp>
        <p:nvSpPr>
          <p:cNvPr id="38" name="Google Shape;38;p10"/>
          <p:cNvSpPr txBox="1"/>
          <p:nvPr>
            <p:ph idx="10" type="dt"/>
          </p:nvPr>
        </p:nvSpPr>
        <p:spPr>
          <a:xfrm>
            <a:off x="7605951" y="6423914"/>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0"/>
          <p:cNvSpPr txBox="1"/>
          <p:nvPr>
            <p:ph idx="11" type="ftr"/>
          </p:nvPr>
        </p:nvSpPr>
        <p:spPr>
          <a:xfrm>
            <a:off x="581192" y="6423914"/>
            <a:ext cx="69172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10"/>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41" name="Shape 41"/>
        <p:cNvGrpSpPr/>
        <p:nvPr/>
      </p:nvGrpSpPr>
      <p:grpSpPr>
        <a:xfrm>
          <a:off x="0" y="0"/>
          <a:ext cx="0" cy="0"/>
          <a:chOff x="0" y="0"/>
          <a:chExt cx="0" cy="0"/>
        </a:xfrm>
      </p:grpSpPr>
      <p:sp>
        <p:nvSpPr>
          <p:cNvPr id="42" name="Google Shape;42;p11"/>
          <p:cNvSpPr txBox="1"/>
          <p:nvPr>
            <p:ph type="title"/>
          </p:nvPr>
        </p:nvSpPr>
        <p:spPr>
          <a:xfrm>
            <a:off x="581193" y="729658"/>
            <a:ext cx="11029616" cy="988332"/>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rgbClr val="3F3F3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1"/>
          <p:cNvSpPr txBox="1"/>
          <p:nvPr>
            <p:ph idx="1" type="body"/>
          </p:nvPr>
        </p:nvSpPr>
        <p:spPr>
          <a:xfrm>
            <a:off x="581191" y="2250891"/>
            <a:ext cx="5194769" cy="557784"/>
          </a:xfrm>
          <a:prstGeom prst="rect">
            <a:avLst/>
          </a:prstGeom>
          <a:noFill/>
          <a:ln>
            <a:noFill/>
          </a:ln>
        </p:spPr>
        <p:txBody>
          <a:bodyPr anchorCtr="0" anchor="ctr" bIns="45700" lIns="91425" spcFirstLastPara="1" rIns="91425" wrap="square" tIns="45700">
            <a:noAutofit/>
          </a:bodyPr>
          <a:lstStyle>
            <a:lvl1pPr indent="-228600" lvl="0" marL="457200" algn="l">
              <a:lnSpc>
                <a:spcPct val="110000"/>
              </a:lnSpc>
              <a:spcBef>
                <a:spcPts val="400"/>
              </a:spcBef>
              <a:spcAft>
                <a:spcPts val="0"/>
              </a:spcAft>
              <a:buSzPts val="1840"/>
              <a:buNone/>
              <a:defRPr b="0" sz="2000">
                <a:solidFill>
                  <a:srgbClr val="3F3F3F"/>
                </a:solidFill>
              </a:defRPr>
            </a:lvl1pPr>
            <a:lvl2pPr indent="-228600" lvl="1" marL="914400" algn="l">
              <a:spcBef>
                <a:spcPts val="600"/>
              </a:spcBef>
              <a:spcAft>
                <a:spcPts val="0"/>
              </a:spcAft>
              <a:buSzPts val="1840"/>
              <a:buNone/>
              <a:defRPr b="1" sz="2000"/>
            </a:lvl2pPr>
            <a:lvl3pPr indent="-228600" lvl="2" marL="1371600" algn="l">
              <a:spcBef>
                <a:spcPts val="600"/>
              </a:spcBef>
              <a:spcAft>
                <a:spcPts val="0"/>
              </a:spcAft>
              <a:buSzPts val="1656"/>
              <a:buNone/>
              <a:defRPr b="1" sz="1800"/>
            </a:lvl3pPr>
            <a:lvl4pPr indent="-228600" lvl="3" marL="1828800" algn="l">
              <a:spcBef>
                <a:spcPts val="600"/>
              </a:spcBef>
              <a:spcAft>
                <a:spcPts val="0"/>
              </a:spcAft>
              <a:buSzPts val="1472"/>
              <a:buNone/>
              <a:defRPr b="1" sz="1600"/>
            </a:lvl4pPr>
            <a:lvl5pPr indent="-228600" lvl="4" marL="2286000" algn="l">
              <a:spcBef>
                <a:spcPts val="600"/>
              </a:spcBef>
              <a:spcAft>
                <a:spcPts val="0"/>
              </a:spcAft>
              <a:buSzPts val="1472"/>
              <a:buNone/>
              <a:defRPr b="1" sz="1600"/>
            </a:lvl5pPr>
            <a:lvl6pPr indent="-228600" lvl="5" marL="2743200" algn="l">
              <a:spcBef>
                <a:spcPts val="600"/>
              </a:spcBef>
              <a:spcAft>
                <a:spcPts val="0"/>
              </a:spcAft>
              <a:buSzPts val="1472"/>
              <a:buNone/>
              <a:defRPr b="1" sz="1600"/>
            </a:lvl6pPr>
            <a:lvl7pPr indent="-228600" lvl="6" marL="3200400" algn="l">
              <a:spcBef>
                <a:spcPts val="600"/>
              </a:spcBef>
              <a:spcAft>
                <a:spcPts val="0"/>
              </a:spcAft>
              <a:buSzPts val="1472"/>
              <a:buNone/>
              <a:defRPr b="1" sz="1600"/>
            </a:lvl7pPr>
            <a:lvl8pPr indent="-228600" lvl="7" marL="3657600" algn="l">
              <a:spcBef>
                <a:spcPts val="600"/>
              </a:spcBef>
              <a:spcAft>
                <a:spcPts val="0"/>
              </a:spcAft>
              <a:buSzPts val="1472"/>
              <a:buNone/>
              <a:defRPr b="1" sz="1600"/>
            </a:lvl8pPr>
            <a:lvl9pPr indent="-228600" lvl="8" marL="4114800" algn="l">
              <a:spcBef>
                <a:spcPts val="600"/>
              </a:spcBef>
              <a:spcAft>
                <a:spcPts val="600"/>
              </a:spcAft>
              <a:buSzPts val="1472"/>
              <a:buNone/>
              <a:defRPr b="1" sz="1600"/>
            </a:lvl9pPr>
          </a:lstStyle>
          <a:p/>
        </p:txBody>
      </p:sp>
      <p:sp>
        <p:nvSpPr>
          <p:cNvPr id="44" name="Google Shape;44;p11"/>
          <p:cNvSpPr txBox="1"/>
          <p:nvPr>
            <p:ph idx="2" type="body"/>
          </p:nvPr>
        </p:nvSpPr>
        <p:spPr>
          <a:xfrm>
            <a:off x="581194" y="2926052"/>
            <a:ext cx="5194766" cy="2934999"/>
          </a:xfrm>
          <a:prstGeom prst="rect">
            <a:avLst/>
          </a:prstGeom>
          <a:noFill/>
          <a:ln>
            <a:noFill/>
          </a:ln>
        </p:spPr>
        <p:txBody>
          <a:bodyPr anchorCtr="0" anchor="t" bIns="45700" lIns="91425" spcFirstLastPara="1" rIns="91425" wrap="square" tIns="45700">
            <a:normAutofit/>
          </a:bodyPr>
          <a:lstStyle>
            <a:lvl1pPr indent="-333756" lvl="0" marL="457200" algn="l">
              <a:lnSpc>
                <a:spcPct val="110000"/>
              </a:lnSpc>
              <a:spcBef>
                <a:spcPts val="360"/>
              </a:spcBef>
              <a:spcAft>
                <a:spcPts val="0"/>
              </a:spcAft>
              <a:buSzPts val="1656"/>
              <a:buChar char="◼"/>
              <a:defRPr/>
            </a:lvl1pPr>
            <a:lvl2pPr indent="-333756" lvl="1" marL="914400" algn="l">
              <a:spcBef>
                <a:spcPts val="600"/>
              </a:spcBef>
              <a:spcAft>
                <a:spcPts val="0"/>
              </a:spcAft>
              <a:buSzPts val="1656"/>
              <a:buChar char="◼"/>
              <a:defRPr/>
            </a:lvl2pPr>
            <a:lvl3pPr indent="-333756" lvl="2" marL="1371600" algn="l">
              <a:spcBef>
                <a:spcPts val="600"/>
              </a:spcBef>
              <a:spcAft>
                <a:spcPts val="0"/>
              </a:spcAft>
              <a:buSzPts val="1656"/>
              <a:buChar char="◼"/>
              <a:defRPr/>
            </a:lvl3pPr>
            <a:lvl4pPr indent="-333756" lvl="3" marL="1828800" algn="l">
              <a:spcBef>
                <a:spcPts val="600"/>
              </a:spcBef>
              <a:spcAft>
                <a:spcPts val="0"/>
              </a:spcAft>
              <a:buSzPts val="1656"/>
              <a:buChar char="◼"/>
              <a:defRPr/>
            </a:lvl4pPr>
            <a:lvl5pPr indent="-333756" lvl="4" marL="2286000" algn="l">
              <a:spcBef>
                <a:spcPts val="600"/>
              </a:spcBef>
              <a:spcAft>
                <a:spcPts val="0"/>
              </a:spcAft>
              <a:buSzPts val="1656"/>
              <a:buChar char="◼"/>
              <a:defRPr/>
            </a:lvl5pPr>
            <a:lvl6pPr indent="-333756" lvl="5" marL="2743200" algn="l">
              <a:spcBef>
                <a:spcPts val="600"/>
              </a:spcBef>
              <a:spcAft>
                <a:spcPts val="0"/>
              </a:spcAft>
              <a:buSzPts val="1656"/>
              <a:buChar char="◼"/>
              <a:defRPr/>
            </a:lvl6pPr>
            <a:lvl7pPr indent="-333756" lvl="6" marL="3200400" algn="l">
              <a:spcBef>
                <a:spcPts val="600"/>
              </a:spcBef>
              <a:spcAft>
                <a:spcPts val="0"/>
              </a:spcAft>
              <a:buSzPts val="1656"/>
              <a:buChar char="◼"/>
              <a:defRPr/>
            </a:lvl7pPr>
            <a:lvl8pPr indent="-333756" lvl="7" marL="3657600" algn="l">
              <a:spcBef>
                <a:spcPts val="600"/>
              </a:spcBef>
              <a:spcAft>
                <a:spcPts val="0"/>
              </a:spcAft>
              <a:buSzPts val="1656"/>
              <a:buChar char="◼"/>
              <a:defRPr/>
            </a:lvl8pPr>
            <a:lvl9pPr indent="-333756" lvl="8" marL="4114800" algn="l">
              <a:spcBef>
                <a:spcPts val="600"/>
              </a:spcBef>
              <a:spcAft>
                <a:spcPts val="600"/>
              </a:spcAft>
              <a:buSzPts val="1656"/>
              <a:buChar char="◼"/>
              <a:defRPr/>
            </a:lvl9pPr>
          </a:lstStyle>
          <a:p/>
        </p:txBody>
      </p:sp>
      <p:sp>
        <p:nvSpPr>
          <p:cNvPr id="45" name="Google Shape;45;p11"/>
          <p:cNvSpPr txBox="1"/>
          <p:nvPr>
            <p:ph idx="3" type="body"/>
          </p:nvPr>
        </p:nvSpPr>
        <p:spPr>
          <a:xfrm>
            <a:off x="6416039" y="2250892"/>
            <a:ext cx="5194770" cy="553373"/>
          </a:xfrm>
          <a:prstGeom prst="rect">
            <a:avLst/>
          </a:prstGeom>
          <a:noFill/>
          <a:ln>
            <a:noFill/>
          </a:ln>
        </p:spPr>
        <p:txBody>
          <a:bodyPr anchorCtr="0" anchor="ctr" bIns="45700" lIns="91425" spcFirstLastPara="1" rIns="91425" wrap="square" tIns="45700">
            <a:noAutofit/>
          </a:bodyPr>
          <a:lstStyle>
            <a:lvl1pPr indent="-228600" lvl="0" marL="457200" marR="0" algn="l">
              <a:lnSpc>
                <a:spcPct val="100000"/>
              </a:lnSpc>
              <a:spcBef>
                <a:spcPts val="400"/>
              </a:spcBef>
              <a:spcAft>
                <a:spcPts val="0"/>
              </a:spcAft>
              <a:buClr>
                <a:schemeClr val="accent1"/>
              </a:buClr>
              <a:buSzPts val="1840"/>
              <a:buFont typeface="Noto Sans Symbols"/>
              <a:buNone/>
              <a:defRPr b="0" sz="2000">
                <a:solidFill>
                  <a:srgbClr val="3F3F3F"/>
                </a:solidFill>
              </a:defRPr>
            </a:lvl1pPr>
            <a:lvl2pPr indent="-228600" lvl="1" marL="914400" algn="l">
              <a:spcBef>
                <a:spcPts val="600"/>
              </a:spcBef>
              <a:spcAft>
                <a:spcPts val="0"/>
              </a:spcAft>
              <a:buSzPts val="1840"/>
              <a:buNone/>
              <a:defRPr b="1" sz="2000"/>
            </a:lvl2pPr>
            <a:lvl3pPr indent="-228600" lvl="2" marL="1371600" algn="l">
              <a:spcBef>
                <a:spcPts val="600"/>
              </a:spcBef>
              <a:spcAft>
                <a:spcPts val="0"/>
              </a:spcAft>
              <a:buSzPts val="1656"/>
              <a:buNone/>
              <a:defRPr b="1" sz="1800"/>
            </a:lvl3pPr>
            <a:lvl4pPr indent="-228600" lvl="3" marL="1828800" algn="l">
              <a:spcBef>
                <a:spcPts val="600"/>
              </a:spcBef>
              <a:spcAft>
                <a:spcPts val="0"/>
              </a:spcAft>
              <a:buSzPts val="1472"/>
              <a:buNone/>
              <a:defRPr b="1" sz="1600"/>
            </a:lvl4pPr>
            <a:lvl5pPr indent="-228600" lvl="4" marL="2286000" algn="l">
              <a:spcBef>
                <a:spcPts val="600"/>
              </a:spcBef>
              <a:spcAft>
                <a:spcPts val="0"/>
              </a:spcAft>
              <a:buSzPts val="1472"/>
              <a:buNone/>
              <a:defRPr b="1" sz="1600"/>
            </a:lvl5pPr>
            <a:lvl6pPr indent="-228600" lvl="5" marL="2743200" algn="l">
              <a:spcBef>
                <a:spcPts val="600"/>
              </a:spcBef>
              <a:spcAft>
                <a:spcPts val="0"/>
              </a:spcAft>
              <a:buSzPts val="1472"/>
              <a:buNone/>
              <a:defRPr b="1" sz="1600"/>
            </a:lvl6pPr>
            <a:lvl7pPr indent="-228600" lvl="6" marL="3200400" algn="l">
              <a:spcBef>
                <a:spcPts val="600"/>
              </a:spcBef>
              <a:spcAft>
                <a:spcPts val="0"/>
              </a:spcAft>
              <a:buSzPts val="1472"/>
              <a:buNone/>
              <a:defRPr b="1" sz="1600"/>
            </a:lvl7pPr>
            <a:lvl8pPr indent="-228600" lvl="7" marL="3657600" algn="l">
              <a:spcBef>
                <a:spcPts val="600"/>
              </a:spcBef>
              <a:spcAft>
                <a:spcPts val="0"/>
              </a:spcAft>
              <a:buSzPts val="1472"/>
              <a:buNone/>
              <a:defRPr b="1" sz="1600"/>
            </a:lvl8pPr>
            <a:lvl9pPr indent="-228600" lvl="8" marL="4114800" algn="l">
              <a:spcBef>
                <a:spcPts val="600"/>
              </a:spcBef>
              <a:spcAft>
                <a:spcPts val="600"/>
              </a:spcAft>
              <a:buSzPts val="1472"/>
              <a:buNone/>
              <a:defRPr b="1" sz="1600"/>
            </a:lvl9pPr>
          </a:lstStyle>
          <a:p/>
        </p:txBody>
      </p:sp>
      <p:sp>
        <p:nvSpPr>
          <p:cNvPr id="46" name="Google Shape;46;p11"/>
          <p:cNvSpPr txBox="1"/>
          <p:nvPr>
            <p:ph idx="4" type="body"/>
          </p:nvPr>
        </p:nvSpPr>
        <p:spPr>
          <a:xfrm>
            <a:off x="6416037" y="2926052"/>
            <a:ext cx="5194771" cy="2934999"/>
          </a:xfrm>
          <a:prstGeom prst="rect">
            <a:avLst/>
          </a:prstGeom>
          <a:noFill/>
          <a:ln>
            <a:noFill/>
          </a:ln>
        </p:spPr>
        <p:txBody>
          <a:bodyPr anchorCtr="0" anchor="t" bIns="45700" lIns="91425" spcFirstLastPara="1" rIns="91425" wrap="square" tIns="45700">
            <a:normAutofit/>
          </a:bodyPr>
          <a:lstStyle>
            <a:lvl1pPr indent="-333756" lvl="0" marL="457200" algn="l">
              <a:lnSpc>
                <a:spcPct val="110000"/>
              </a:lnSpc>
              <a:spcBef>
                <a:spcPts val="360"/>
              </a:spcBef>
              <a:spcAft>
                <a:spcPts val="0"/>
              </a:spcAft>
              <a:buSzPts val="1656"/>
              <a:buChar char="◼"/>
              <a:defRPr/>
            </a:lvl1pPr>
            <a:lvl2pPr indent="-333756" lvl="1" marL="914400" algn="l">
              <a:spcBef>
                <a:spcPts val="600"/>
              </a:spcBef>
              <a:spcAft>
                <a:spcPts val="0"/>
              </a:spcAft>
              <a:buSzPts val="1656"/>
              <a:buChar char="◼"/>
              <a:defRPr/>
            </a:lvl2pPr>
            <a:lvl3pPr indent="-333756" lvl="2" marL="1371600" algn="l">
              <a:spcBef>
                <a:spcPts val="600"/>
              </a:spcBef>
              <a:spcAft>
                <a:spcPts val="0"/>
              </a:spcAft>
              <a:buSzPts val="1656"/>
              <a:buChar char="◼"/>
              <a:defRPr/>
            </a:lvl3pPr>
            <a:lvl4pPr indent="-333756" lvl="3" marL="1828800" algn="l">
              <a:spcBef>
                <a:spcPts val="600"/>
              </a:spcBef>
              <a:spcAft>
                <a:spcPts val="0"/>
              </a:spcAft>
              <a:buSzPts val="1656"/>
              <a:buChar char="◼"/>
              <a:defRPr/>
            </a:lvl4pPr>
            <a:lvl5pPr indent="-333756" lvl="4" marL="2286000" algn="l">
              <a:spcBef>
                <a:spcPts val="600"/>
              </a:spcBef>
              <a:spcAft>
                <a:spcPts val="0"/>
              </a:spcAft>
              <a:buSzPts val="1656"/>
              <a:buChar char="◼"/>
              <a:defRPr/>
            </a:lvl5pPr>
            <a:lvl6pPr indent="-333756" lvl="5" marL="2743200" algn="l">
              <a:spcBef>
                <a:spcPts val="600"/>
              </a:spcBef>
              <a:spcAft>
                <a:spcPts val="0"/>
              </a:spcAft>
              <a:buSzPts val="1656"/>
              <a:buChar char="◼"/>
              <a:defRPr/>
            </a:lvl6pPr>
            <a:lvl7pPr indent="-333756" lvl="6" marL="3200400" algn="l">
              <a:spcBef>
                <a:spcPts val="600"/>
              </a:spcBef>
              <a:spcAft>
                <a:spcPts val="0"/>
              </a:spcAft>
              <a:buSzPts val="1656"/>
              <a:buChar char="◼"/>
              <a:defRPr/>
            </a:lvl7pPr>
            <a:lvl8pPr indent="-333756" lvl="7" marL="3657600" algn="l">
              <a:spcBef>
                <a:spcPts val="600"/>
              </a:spcBef>
              <a:spcAft>
                <a:spcPts val="0"/>
              </a:spcAft>
              <a:buSzPts val="1656"/>
              <a:buChar char="◼"/>
              <a:defRPr/>
            </a:lvl8pPr>
            <a:lvl9pPr indent="-333756" lvl="8" marL="4114800" algn="l">
              <a:spcBef>
                <a:spcPts val="600"/>
              </a:spcBef>
              <a:spcAft>
                <a:spcPts val="600"/>
              </a:spcAft>
              <a:buSzPts val="1656"/>
              <a:buChar char="◼"/>
              <a:defRPr/>
            </a:lvl9pPr>
          </a:lstStyle>
          <a:p/>
        </p:txBody>
      </p:sp>
      <p:sp>
        <p:nvSpPr>
          <p:cNvPr id="47" name="Google Shape;47;p11"/>
          <p:cNvSpPr txBox="1"/>
          <p:nvPr>
            <p:ph idx="10" type="dt"/>
          </p:nvPr>
        </p:nvSpPr>
        <p:spPr>
          <a:xfrm>
            <a:off x="7605951" y="6423914"/>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1"/>
          <p:cNvSpPr txBox="1"/>
          <p:nvPr>
            <p:ph idx="11" type="ftr"/>
          </p:nvPr>
        </p:nvSpPr>
        <p:spPr>
          <a:xfrm>
            <a:off x="581192" y="6423914"/>
            <a:ext cx="69172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11"/>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0" name="Shape 50"/>
        <p:cNvGrpSpPr/>
        <p:nvPr/>
      </p:nvGrpSpPr>
      <p:grpSpPr>
        <a:xfrm>
          <a:off x="0" y="0"/>
          <a:ext cx="0" cy="0"/>
          <a:chOff x="0" y="0"/>
          <a:chExt cx="0" cy="0"/>
        </a:xfrm>
      </p:grpSpPr>
      <p:sp>
        <p:nvSpPr>
          <p:cNvPr id="51" name="Google Shape;51;p12"/>
          <p:cNvSpPr txBox="1"/>
          <p:nvPr>
            <p:ph type="title"/>
          </p:nvPr>
        </p:nvSpPr>
        <p:spPr>
          <a:xfrm>
            <a:off x="575894" y="729658"/>
            <a:ext cx="11029616" cy="988332"/>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rgbClr val="3F3F3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2"/>
          <p:cNvSpPr txBox="1"/>
          <p:nvPr>
            <p:ph idx="10" type="dt"/>
          </p:nvPr>
        </p:nvSpPr>
        <p:spPr>
          <a:xfrm>
            <a:off x="7605951" y="6423914"/>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2"/>
          <p:cNvSpPr txBox="1"/>
          <p:nvPr>
            <p:ph idx="11" type="ftr"/>
          </p:nvPr>
        </p:nvSpPr>
        <p:spPr>
          <a:xfrm>
            <a:off x="581192" y="6423914"/>
            <a:ext cx="69172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12"/>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5" name="Shape 55"/>
        <p:cNvGrpSpPr/>
        <p:nvPr/>
      </p:nvGrpSpPr>
      <p:grpSpPr>
        <a:xfrm>
          <a:off x="0" y="0"/>
          <a:ext cx="0" cy="0"/>
          <a:chOff x="0" y="0"/>
          <a:chExt cx="0" cy="0"/>
        </a:xfrm>
      </p:grpSpPr>
      <p:sp>
        <p:nvSpPr>
          <p:cNvPr id="56" name="Google Shape;56;p13"/>
          <p:cNvSpPr txBox="1"/>
          <p:nvPr>
            <p:ph idx="10" type="dt"/>
          </p:nvPr>
        </p:nvSpPr>
        <p:spPr>
          <a:xfrm>
            <a:off x="7605951" y="6423914"/>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13"/>
          <p:cNvSpPr txBox="1"/>
          <p:nvPr>
            <p:ph idx="11" type="ftr"/>
          </p:nvPr>
        </p:nvSpPr>
        <p:spPr>
          <a:xfrm>
            <a:off x="581192" y="6423914"/>
            <a:ext cx="69172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13"/>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9" name="Shape 59"/>
        <p:cNvGrpSpPr/>
        <p:nvPr/>
      </p:nvGrpSpPr>
      <p:grpSpPr>
        <a:xfrm>
          <a:off x="0" y="0"/>
          <a:ext cx="0" cy="0"/>
          <a:chOff x="0" y="0"/>
          <a:chExt cx="0" cy="0"/>
        </a:xfrm>
      </p:grpSpPr>
      <p:sp>
        <p:nvSpPr>
          <p:cNvPr id="60" name="Google Shape;60;p14"/>
          <p:cNvSpPr/>
          <p:nvPr/>
        </p:nvSpPr>
        <p:spPr>
          <a:xfrm>
            <a:off x="447817" y="601200"/>
            <a:ext cx="3682723" cy="5815475"/>
          </a:xfrm>
          <a:prstGeom prst="rect">
            <a:avLst/>
          </a:prstGeom>
          <a:solidFill>
            <a:srgbClr val="4653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14"/>
          <p:cNvSpPr txBox="1"/>
          <p:nvPr>
            <p:ph type="title"/>
          </p:nvPr>
        </p:nvSpPr>
        <p:spPr>
          <a:xfrm>
            <a:off x="767857" y="933450"/>
            <a:ext cx="3031852" cy="1722419"/>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rgbClr val="FFFFFF"/>
              </a:buClr>
              <a:buSzPts val="2400"/>
              <a:buFont typeface="Franklin Gothic"/>
              <a:buNone/>
              <a:defRPr b="0" sz="2400">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14"/>
          <p:cNvSpPr txBox="1"/>
          <p:nvPr>
            <p:ph idx="1" type="body"/>
          </p:nvPr>
        </p:nvSpPr>
        <p:spPr>
          <a:xfrm>
            <a:off x="4900928" y="1179829"/>
            <a:ext cx="6650991" cy="4658216"/>
          </a:xfrm>
          <a:prstGeom prst="rect">
            <a:avLst/>
          </a:prstGeom>
          <a:noFill/>
          <a:ln>
            <a:noFill/>
          </a:ln>
        </p:spPr>
        <p:txBody>
          <a:bodyPr anchorCtr="0" anchor="ctr" bIns="45700" lIns="91425" spcFirstLastPara="1" rIns="91425" wrap="square" tIns="45700">
            <a:normAutofit/>
          </a:bodyPr>
          <a:lstStyle>
            <a:lvl1pPr indent="-345440" lvl="0" marL="457200" algn="l">
              <a:lnSpc>
                <a:spcPct val="110000"/>
              </a:lnSpc>
              <a:spcBef>
                <a:spcPts val="400"/>
              </a:spcBef>
              <a:spcAft>
                <a:spcPts val="0"/>
              </a:spcAft>
              <a:buSzPts val="1840"/>
              <a:buChar char="◼"/>
              <a:defRPr sz="2000">
                <a:solidFill>
                  <a:schemeClr val="dk2"/>
                </a:solidFill>
              </a:defRPr>
            </a:lvl1pPr>
            <a:lvl2pPr indent="-333756" lvl="1" marL="914400" algn="l">
              <a:spcBef>
                <a:spcPts val="600"/>
              </a:spcBef>
              <a:spcAft>
                <a:spcPts val="0"/>
              </a:spcAft>
              <a:buSzPts val="1656"/>
              <a:buChar char="◼"/>
              <a:defRPr sz="1800">
                <a:solidFill>
                  <a:schemeClr val="dk2"/>
                </a:solidFill>
              </a:defRPr>
            </a:lvl2pPr>
            <a:lvl3pPr indent="-322072" lvl="2" marL="1371600" algn="l">
              <a:spcBef>
                <a:spcPts val="600"/>
              </a:spcBef>
              <a:spcAft>
                <a:spcPts val="0"/>
              </a:spcAft>
              <a:buSzPts val="1472"/>
              <a:buChar char="◼"/>
              <a:defRPr sz="1600">
                <a:solidFill>
                  <a:schemeClr val="dk2"/>
                </a:solidFill>
              </a:defRPr>
            </a:lvl3pPr>
            <a:lvl4pPr indent="-310388" lvl="3" marL="1828800" algn="l">
              <a:spcBef>
                <a:spcPts val="600"/>
              </a:spcBef>
              <a:spcAft>
                <a:spcPts val="0"/>
              </a:spcAft>
              <a:buSzPts val="1288"/>
              <a:buChar char="◼"/>
              <a:defRPr sz="1400">
                <a:solidFill>
                  <a:schemeClr val="dk2"/>
                </a:solidFill>
              </a:defRPr>
            </a:lvl4pPr>
            <a:lvl5pPr indent="-310388" lvl="4" marL="2286000" algn="l">
              <a:spcBef>
                <a:spcPts val="600"/>
              </a:spcBef>
              <a:spcAft>
                <a:spcPts val="0"/>
              </a:spcAft>
              <a:buSzPts val="1288"/>
              <a:buChar char="◼"/>
              <a:defRPr sz="1400">
                <a:solidFill>
                  <a:schemeClr val="dk2"/>
                </a:solidFill>
              </a:defRPr>
            </a:lvl5pPr>
            <a:lvl6pPr indent="-310388" lvl="5" marL="2743200" algn="l">
              <a:spcBef>
                <a:spcPts val="600"/>
              </a:spcBef>
              <a:spcAft>
                <a:spcPts val="0"/>
              </a:spcAft>
              <a:buSzPts val="1288"/>
              <a:buChar char="◼"/>
              <a:defRPr sz="1400">
                <a:solidFill>
                  <a:schemeClr val="dk2"/>
                </a:solidFill>
              </a:defRPr>
            </a:lvl6pPr>
            <a:lvl7pPr indent="-310388" lvl="6" marL="3200400" algn="l">
              <a:spcBef>
                <a:spcPts val="600"/>
              </a:spcBef>
              <a:spcAft>
                <a:spcPts val="0"/>
              </a:spcAft>
              <a:buSzPts val="1288"/>
              <a:buChar char="◼"/>
              <a:defRPr sz="1400">
                <a:solidFill>
                  <a:schemeClr val="dk2"/>
                </a:solidFill>
              </a:defRPr>
            </a:lvl7pPr>
            <a:lvl8pPr indent="-310388" lvl="7" marL="3657600" algn="l">
              <a:spcBef>
                <a:spcPts val="600"/>
              </a:spcBef>
              <a:spcAft>
                <a:spcPts val="0"/>
              </a:spcAft>
              <a:buSzPts val="1288"/>
              <a:buChar char="◼"/>
              <a:defRPr sz="1400">
                <a:solidFill>
                  <a:schemeClr val="dk2"/>
                </a:solidFill>
              </a:defRPr>
            </a:lvl8pPr>
            <a:lvl9pPr indent="-310388" lvl="8" marL="4114800" algn="l">
              <a:spcBef>
                <a:spcPts val="600"/>
              </a:spcBef>
              <a:spcAft>
                <a:spcPts val="600"/>
              </a:spcAft>
              <a:buSzPts val="1288"/>
              <a:buChar char="◼"/>
              <a:defRPr sz="1400">
                <a:solidFill>
                  <a:schemeClr val="dk2"/>
                </a:solidFill>
              </a:defRPr>
            </a:lvl9pPr>
          </a:lstStyle>
          <a:p/>
        </p:txBody>
      </p:sp>
      <p:sp>
        <p:nvSpPr>
          <p:cNvPr id="63" name="Google Shape;63;p14"/>
          <p:cNvSpPr txBox="1"/>
          <p:nvPr>
            <p:ph idx="2" type="body"/>
          </p:nvPr>
        </p:nvSpPr>
        <p:spPr>
          <a:xfrm>
            <a:off x="767857" y="2836654"/>
            <a:ext cx="3031852" cy="3001392"/>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320"/>
              </a:spcBef>
              <a:spcAft>
                <a:spcPts val="0"/>
              </a:spcAft>
              <a:buSzPts val="1472"/>
              <a:buNone/>
              <a:defRPr sz="1600">
                <a:solidFill>
                  <a:srgbClr val="FFFFFF"/>
                </a:solidFill>
              </a:defRPr>
            </a:lvl1pPr>
            <a:lvl2pPr indent="-228600" lvl="1" marL="914400" algn="l">
              <a:spcBef>
                <a:spcPts val="600"/>
              </a:spcBef>
              <a:spcAft>
                <a:spcPts val="0"/>
              </a:spcAft>
              <a:buSzPts val="1012"/>
              <a:buNone/>
              <a:defRPr sz="1100"/>
            </a:lvl2pPr>
            <a:lvl3pPr indent="-228600" lvl="2" marL="1371600" algn="l">
              <a:spcBef>
                <a:spcPts val="600"/>
              </a:spcBef>
              <a:spcAft>
                <a:spcPts val="0"/>
              </a:spcAft>
              <a:buSzPts val="920"/>
              <a:buNone/>
              <a:defRPr sz="1000"/>
            </a:lvl3pPr>
            <a:lvl4pPr indent="-228600" lvl="3" marL="1828800" algn="l">
              <a:spcBef>
                <a:spcPts val="600"/>
              </a:spcBef>
              <a:spcAft>
                <a:spcPts val="0"/>
              </a:spcAft>
              <a:buSzPts val="828"/>
              <a:buNone/>
              <a:defRPr sz="900"/>
            </a:lvl4pPr>
            <a:lvl5pPr indent="-228600" lvl="4" marL="2286000" algn="l">
              <a:spcBef>
                <a:spcPts val="600"/>
              </a:spcBef>
              <a:spcAft>
                <a:spcPts val="0"/>
              </a:spcAft>
              <a:buSzPts val="828"/>
              <a:buNone/>
              <a:defRPr sz="900"/>
            </a:lvl5pPr>
            <a:lvl6pPr indent="-228600" lvl="5" marL="2743200" algn="l">
              <a:spcBef>
                <a:spcPts val="600"/>
              </a:spcBef>
              <a:spcAft>
                <a:spcPts val="0"/>
              </a:spcAft>
              <a:buSzPts val="828"/>
              <a:buNone/>
              <a:defRPr sz="900"/>
            </a:lvl6pPr>
            <a:lvl7pPr indent="-228600" lvl="6" marL="3200400" algn="l">
              <a:spcBef>
                <a:spcPts val="600"/>
              </a:spcBef>
              <a:spcAft>
                <a:spcPts val="0"/>
              </a:spcAft>
              <a:buSzPts val="828"/>
              <a:buNone/>
              <a:defRPr sz="900"/>
            </a:lvl7pPr>
            <a:lvl8pPr indent="-228600" lvl="7" marL="3657600" algn="l">
              <a:spcBef>
                <a:spcPts val="600"/>
              </a:spcBef>
              <a:spcAft>
                <a:spcPts val="0"/>
              </a:spcAft>
              <a:buSzPts val="828"/>
              <a:buNone/>
              <a:defRPr sz="900"/>
            </a:lvl8pPr>
            <a:lvl9pPr indent="-228600" lvl="8" marL="4114800" algn="l">
              <a:spcBef>
                <a:spcPts val="600"/>
              </a:spcBef>
              <a:spcAft>
                <a:spcPts val="600"/>
              </a:spcAft>
              <a:buSzPts val="828"/>
              <a:buNone/>
              <a:defRPr sz="900"/>
            </a:lvl9pPr>
          </a:lstStyle>
          <a:p/>
        </p:txBody>
      </p:sp>
      <p:sp>
        <p:nvSpPr>
          <p:cNvPr id="64" name="Google Shape;64;p14"/>
          <p:cNvSpPr txBox="1"/>
          <p:nvPr>
            <p:ph idx="10" type="dt"/>
          </p:nvPr>
        </p:nvSpPr>
        <p:spPr>
          <a:xfrm>
            <a:off x="7605951" y="6456916"/>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14"/>
          <p:cNvSpPr txBox="1"/>
          <p:nvPr>
            <p:ph idx="11" type="ftr"/>
          </p:nvPr>
        </p:nvSpPr>
        <p:spPr>
          <a:xfrm>
            <a:off x="581192" y="6452590"/>
            <a:ext cx="69172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4"/>
          <p:cNvSpPr txBox="1"/>
          <p:nvPr>
            <p:ph idx="12" type="sldNum"/>
          </p:nvPr>
        </p:nvSpPr>
        <p:spPr>
          <a:xfrm>
            <a:off x="10558300" y="6456916"/>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7" name="Shape 67"/>
        <p:cNvGrpSpPr/>
        <p:nvPr/>
      </p:nvGrpSpPr>
      <p:grpSpPr>
        <a:xfrm>
          <a:off x="0" y="0"/>
          <a:ext cx="0" cy="0"/>
          <a:chOff x="0" y="0"/>
          <a:chExt cx="0" cy="0"/>
        </a:xfrm>
      </p:grpSpPr>
      <p:sp>
        <p:nvSpPr>
          <p:cNvPr id="68" name="Google Shape;68;p15"/>
          <p:cNvSpPr txBox="1"/>
          <p:nvPr>
            <p:ph type="title"/>
          </p:nvPr>
        </p:nvSpPr>
        <p:spPr>
          <a:xfrm>
            <a:off x="581193" y="4693389"/>
            <a:ext cx="11029616"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rgbClr val="3F3F3F"/>
              </a:buClr>
              <a:buSzPts val="2400"/>
              <a:buFont typeface="Franklin Gothic"/>
              <a:buNone/>
              <a:defRPr b="0" sz="2400">
                <a:solidFill>
                  <a:srgbClr val="3F3F3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15"/>
          <p:cNvSpPr/>
          <p:nvPr>
            <p:ph idx="2" type="pic"/>
          </p:nvPr>
        </p:nvSpPr>
        <p:spPr>
          <a:xfrm>
            <a:off x="447817" y="641350"/>
            <a:ext cx="11290859" cy="3651249"/>
          </a:xfrm>
          <a:prstGeom prst="rect">
            <a:avLst/>
          </a:prstGeom>
          <a:noFill/>
          <a:ln>
            <a:noFill/>
          </a:ln>
        </p:spPr>
      </p:sp>
      <p:sp>
        <p:nvSpPr>
          <p:cNvPr id="70" name="Google Shape;70;p15"/>
          <p:cNvSpPr txBox="1"/>
          <p:nvPr>
            <p:ph idx="1" type="body"/>
          </p:nvPr>
        </p:nvSpPr>
        <p:spPr>
          <a:xfrm>
            <a:off x="581192" y="5260127"/>
            <a:ext cx="11029617" cy="998148"/>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320"/>
              </a:spcBef>
              <a:spcAft>
                <a:spcPts val="0"/>
              </a:spcAft>
              <a:buSzPts val="1472"/>
              <a:buNone/>
              <a:defRPr sz="1600"/>
            </a:lvl1pPr>
            <a:lvl2pPr indent="-228600" lvl="1" marL="914400" algn="l">
              <a:spcBef>
                <a:spcPts val="600"/>
              </a:spcBef>
              <a:spcAft>
                <a:spcPts val="0"/>
              </a:spcAft>
              <a:buSzPts val="1104"/>
              <a:buNone/>
              <a:defRPr sz="1200"/>
            </a:lvl2pPr>
            <a:lvl3pPr indent="-228600" lvl="2" marL="1371600" algn="l">
              <a:spcBef>
                <a:spcPts val="600"/>
              </a:spcBef>
              <a:spcAft>
                <a:spcPts val="0"/>
              </a:spcAft>
              <a:buSzPts val="920"/>
              <a:buNone/>
              <a:defRPr sz="1000"/>
            </a:lvl3pPr>
            <a:lvl4pPr indent="-228600" lvl="3" marL="1828800" algn="l">
              <a:spcBef>
                <a:spcPts val="600"/>
              </a:spcBef>
              <a:spcAft>
                <a:spcPts val="0"/>
              </a:spcAft>
              <a:buSzPts val="828"/>
              <a:buNone/>
              <a:defRPr sz="900"/>
            </a:lvl4pPr>
            <a:lvl5pPr indent="-228600" lvl="4" marL="2286000" algn="l">
              <a:spcBef>
                <a:spcPts val="600"/>
              </a:spcBef>
              <a:spcAft>
                <a:spcPts val="0"/>
              </a:spcAft>
              <a:buSzPts val="828"/>
              <a:buNone/>
              <a:defRPr sz="900"/>
            </a:lvl5pPr>
            <a:lvl6pPr indent="-228600" lvl="5" marL="2743200" algn="l">
              <a:spcBef>
                <a:spcPts val="600"/>
              </a:spcBef>
              <a:spcAft>
                <a:spcPts val="0"/>
              </a:spcAft>
              <a:buSzPts val="828"/>
              <a:buNone/>
              <a:defRPr sz="900"/>
            </a:lvl6pPr>
            <a:lvl7pPr indent="-228600" lvl="6" marL="3200400" algn="l">
              <a:spcBef>
                <a:spcPts val="600"/>
              </a:spcBef>
              <a:spcAft>
                <a:spcPts val="0"/>
              </a:spcAft>
              <a:buSzPts val="828"/>
              <a:buNone/>
              <a:defRPr sz="900"/>
            </a:lvl7pPr>
            <a:lvl8pPr indent="-228600" lvl="7" marL="3657600" algn="l">
              <a:spcBef>
                <a:spcPts val="600"/>
              </a:spcBef>
              <a:spcAft>
                <a:spcPts val="0"/>
              </a:spcAft>
              <a:buSzPts val="828"/>
              <a:buNone/>
              <a:defRPr sz="900"/>
            </a:lvl8pPr>
            <a:lvl9pPr indent="-228600" lvl="8" marL="4114800" algn="l">
              <a:spcBef>
                <a:spcPts val="600"/>
              </a:spcBef>
              <a:spcAft>
                <a:spcPts val="600"/>
              </a:spcAft>
              <a:buSzPts val="828"/>
              <a:buNone/>
              <a:defRPr sz="900"/>
            </a:lvl9pPr>
          </a:lstStyle>
          <a:p/>
        </p:txBody>
      </p:sp>
      <p:sp>
        <p:nvSpPr>
          <p:cNvPr id="71" name="Google Shape;71;p15"/>
          <p:cNvSpPr txBox="1"/>
          <p:nvPr>
            <p:ph idx="10" type="dt"/>
          </p:nvPr>
        </p:nvSpPr>
        <p:spPr>
          <a:xfrm>
            <a:off x="7605951" y="6423914"/>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5"/>
          <p:cNvSpPr txBox="1"/>
          <p:nvPr>
            <p:ph idx="11" type="ftr"/>
          </p:nvPr>
        </p:nvSpPr>
        <p:spPr>
          <a:xfrm>
            <a:off x="581192" y="6423914"/>
            <a:ext cx="69172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5"/>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4" name="Shape 74"/>
        <p:cNvGrpSpPr/>
        <p:nvPr/>
      </p:nvGrpSpPr>
      <p:grpSpPr>
        <a:xfrm>
          <a:off x="0" y="0"/>
          <a:ext cx="0" cy="0"/>
          <a:chOff x="0" y="0"/>
          <a:chExt cx="0" cy="0"/>
        </a:xfrm>
      </p:grpSpPr>
      <p:sp>
        <p:nvSpPr>
          <p:cNvPr id="75" name="Google Shape;75;p16"/>
          <p:cNvSpPr txBox="1"/>
          <p:nvPr>
            <p:ph type="title"/>
          </p:nvPr>
        </p:nvSpPr>
        <p:spPr>
          <a:xfrm>
            <a:off x="581192" y="702156"/>
            <a:ext cx="11029616" cy="10138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rgbClr val="3F3F3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6"/>
          <p:cNvSpPr txBox="1"/>
          <p:nvPr>
            <p:ph idx="1" type="body"/>
          </p:nvPr>
        </p:nvSpPr>
        <p:spPr>
          <a:xfrm rot="5400000">
            <a:off x="4269977" y="-1352782"/>
            <a:ext cx="3652047" cy="11029616"/>
          </a:xfrm>
          <a:prstGeom prst="rect">
            <a:avLst/>
          </a:prstGeom>
          <a:noFill/>
          <a:ln>
            <a:noFill/>
          </a:ln>
        </p:spPr>
        <p:txBody>
          <a:bodyPr anchorCtr="0" anchor="t" bIns="45700" lIns="91425" spcFirstLastPara="1" rIns="91425" wrap="square" tIns="45700">
            <a:normAutofit/>
          </a:bodyPr>
          <a:lstStyle>
            <a:lvl1pPr indent="-327914" lvl="0" marL="457200" algn="l">
              <a:lnSpc>
                <a:spcPct val="110000"/>
              </a:lnSpc>
              <a:spcBef>
                <a:spcPts val="340"/>
              </a:spcBef>
              <a:spcAft>
                <a:spcPts val="0"/>
              </a:spcAft>
              <a:buSzPts val="1564"/>
              <a:buChar char="◼"/>
              <a:defRPr/>
            </a:lvl1pPr>
            <a:lvl2pPr indent="-310388" lvl="1" marL="914400" algn="l">
              <a:spcBef>
                <a:spcPts val="600"/>
              </a:spcBef>
              <a:spcAft>
                <a:spcPts val="0"/>
              </a:spcAft>
              <a:buSzPts val="1288"/>
              <a:buChar char="◼"/>
              <a:defRPr/>
            </a:lvl2pPr>
            <a:lvl3pPr indent="-304546" lvl="2" marL="1371600" algn="l">
              <a:spcBef>
                <a:spcPts val="600"/>
              </a:spcBef>
              <a:spcAft>
                <a:spcPts val="0"/>
              </a:spcAft>
              <a:buSzPts val="1196"/>
              <a:buChar char="◼"/>
              <a:defRPr/>
            </a:lvl3pPr>
            <a:lvl4pPr indent="-292862" lvl="3" marL="1828800" algn="l">
              <a:spcBef>
                <a:spcPts val="600"/>
              </a:spcBef>
              <a:spcAft>
                <a:spcPts val="0"/>
              </a:spcAft>
              <a:buSzPts val="1012"/>
              <a:buChar char="◼"/>
              <a:defRPr/>
            </a:lvl4pPr>
            <a:lvl5pPr indent="-292862" lvl="4" marL="2286000" algn="l">
              <a:spcBef>
                <a:spcPts val="600"/>
              </a:spcBef>
              <a:spcAft>
                <a:spcPts val="0"/>
              </a:spcAft>
              <a:buSzPts val="1012"/>
              <a:buChar char="◼"/>
              <a:defRPr/>
            </a:lvl5pPr>
            <a:lvl6pPr indent="-333756" lvl="5" marL="2743200" algn="l">
              <a:spcBef>
                <a:spcPts val="600"/>
              </a:spcBef>
              <a:spcAft>
                <a:spcPts val="0"/>
              </a:spcAft>
              <a:buSzPts val="1656"/>
              <a:buChar char="◼"/>
              <a:defRPr/>
            </a:lvl6pPr>
            <a:lvl7pPr indent="-333756" lvl="6" marL="3200400" algn="l">
              <a:spcBef>
                <a:spcPts val="600"/>
              </a:spcBef>
              <a:spcAft>
                <a:spcPts val="0"/>
              </a:spcAft>
              <a:buSzPts val="1656"/>
              <a:buChar char="◼"/>
              <a:defRPr/>
            </a:lvl7pPr>
            <a:lvl8pPr indent="-333756" lvl="7" marL="3657600" algn="l">
              <a:spcBef>
                <a:spcPts val="600"/>
              </a:spcBef>
              <a:spcAft>
                <a:spcPts val="0"/>
              </a:spcAft>
              <a:buSzPts val="1656"/>
              <a:buChar char="◼"/>
              <a:defRPr/>
            </a:lvl8pPr>
            <a:lvl9pPr indent="-333756" lvl="8" marL="4114800" algn="l">
              <a:spcBef>
                <a:spcPts val="600"/>
              </a:spcBef>
              <a:spcAft>
                <a:spcPts val="600"/>
              </a:spcAft>
              <a:buSzPts val="1656"/>
              <a:buChar char="◼"/>
              <a:defRPr/>
            </a:lvl9pPr>
          </a:lstStyle>
          <a:p/>
        </p:txBody>
      </p:sp>
      <p:sp>
        <p:nvSpPr>
          <p:cNvPr id="77" name="Google Shape;77;p16"/>
          <p:cNvSpPr txBox="1"/>
          <p:nvPr>
            <p:ph idx="10" type="dt"/>
          </p:nvPr>
        </p:nvSpPr>
        <p:spPr>
          <a:xfrm>
            <a:off x="7605951" y="6423914"/>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6"/>
          <p:cNvSpPr txBox="1"/>
          <p:nvPr>
            <p:ph idx="11" type="ftr"/>
          </p:nvPr>
        </p:nvSpPr>
        <p:spPr>
          <a:xfrm>
            <a:off x="581192" y="6423914"/>
            <a:ext cx="69172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6"/>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80" name="Shape 80"/>
        <p:cNvGrpSpPr/>
        <p:nvPr/>
      </p:nvGrpSpPr>
      <p:grpSpPr>
        <a:xfrm>
          <a:off x="0" y="0"/>
          <a:ext cx="0" cy="0"/>
          <a:chOff x="0" y="0"/>
          <a:chExt cx="0" cy="0"/>
        </a:xfrm>
      </p:grpSpPr>
      <p:sp>
        <p:nvSpPr>
          <p:cNvPr id="81" name="Google Shape;81;p17"/>
          <p:cNvSpPr/>
          <p:nvPr/>
        </p:nvSpPr>
        <p:spPr>
          <a:xfrm>
            <a:off x="8058151" y="599725"/>
            <a:ext cx="3687316" cy="5816950"/>
          </a:xfrm>
          <a:prstGeom prst="rect">
            <a:avLst/>
          </a:prstGeom>
          <a:solidFill>
            <a:srgbClr val="4653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7"/>
          <p:cNvSpPr txBox="1"/>
          <p:nvPr>
            <p:ph type="title"/>
          </p:nvPr>
        </p:nvSpPr>
        <p:spPr>
          <a:xfrm rot="5400000">
            <a:off x="7362637" y="1705163"/>
            <a:ext cx="4807326" cy="31242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rgbClr val="FFFFFF"/>
              </a:buClr>
              <a:buSzPts val="2800"/>
              <a:buFont typeface="Franklin Gothic"/>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7"/>
          <p:cNvSpPr txBox="1"/>
          <p:nvPr>
            <p:ph idx="1" type="body"/>
          </p:nvPr>
        </p:nvSpPr>
        <p:spPr>
          <a:xfrm rot="5400000">
            <a:off x="1952072" y="-313549"/>
            <a:ext cx="4807326" cy="7161625"/>
          </a:xfrm>
          <a:prstGeom prst="rect">
            <a:avLst/>
          </a:prstGeom>
          <a:noFill/>
          <a:ln>
            <a:noFill/>
          </a:ln>
        </p:spPr>
        <p:txBody>
          <a:bodyPr anchorCtr="0" anchor="t" bIns="45700" lIns="91425" spcFirstLastPara="1" rIns="91425" wrap="square" tIns="45700">
            <a:normAutofit/>
          </a:bodyPr>
          <a:lstStyle>
            <a:lvl1pPr indent="-333756" lvl="0" marL="457200" algn="l">
              <a:lnSpc>
                <a:spcPct val="110000"/>
              </a:lnSpc>
              <a:spcBef>
                <a:spcPts val="360"/>
              </a:spcBef>
              <a:spcAft>
                <a:spcPts val="0"/>
              </a:spcAft>
              <a:buSzPts val="1656"/>
              <a:buChar char="◼"/>
              <a:defRPr/>
            </a:lvl1pPr>
            <a:lvl2pPr indent="-333756" lvl="1" marL="914400" algn="l">
              <a:spcBef>
                <a:spcPts val="600"/>
              </a:spcBef>
              <a:spcAft>
                <a:spcPts val="0"/>
              </a:spcAft>
              <a:buSzPts val="1656"/>
              <a:buChar char="◼"/>
              <a:defRPr/>
            </a:lvl2pPr>
            <a:lvl3pPr indent="-333756" lvl="2" marL="1371600" algn="l">
              <a:spcBef>
                <a:spcPts val="600"/>
              </a:spcBef>
              <a:spcAft>
                <a:spcPts val="0"/>
              </a:spcAft>
              <a:buSzPts val="1656"/>
              <a:buChar char="◼"/>
              <a:defRPr/>
            </a:lvl3pPr>
            <a:lvl4pPr indent="-333756" lvl="3" marL="1828800" algn="l">
              <a:spcBef>
                <a:spcPts val="600"/>
              </a:spcBef>
              <a:spcAft>
                <a:spcPts val="0"/>
              </a:spcAft>
              <a:buSzPts val="1656"/>
              <a:buChar char="◼"/>
              <a:defRPr/>
            </a:lvl4pPr>
            <a:lvl5pPr indent="-333756" lvl="4" marL="2286000" algn="l">
              <a:spcBef>
                <a:spcPts val="600"/>
              </a:spcBef>
              <a:spcAft>
                <a:spcPts val="0"/>
              </a:spcAft>
              <a:buSzPts val="1656"/>
              <a:buChar char="◼"/>
              <a:defRPr/>
            </a:lvl5pPr>
            <a:lvl6pPr indent="-333756" lvl="5" marL="2743200" algn="l">
              <a:spcBef>
                <a:spcPts val="600"/>
              </a:spcBef>
              <a:spcAft>
                <a:spcPts val="0"/>
              </a:spcAft>
              <a:buSzPts val="1656"/>
              <a:buChar char="◼"/>
              <a:defRPr/>
            </a:lvl6pPr>
            <a:lvl7pPr indent="-333756" lvl="6" marL="3200400" algn="l">
              <a:spcBef>
                <a:spcPts val="600"/>
              </a:spcBef>
              <a:spcAft>
                <a:spcPts val="0"/>
              </a:spcAft>
              <a:buSzPts val="1656"/>
              <a:buChar char="◼"/>
              <a:defRPr/>
            </a:lvl7pPr>
            <a:lvl8pPr indent="-333756" lvl="7" marL="3657600" algn="l">
              <a:spcBef>
                <a:spcPts val="600"/>
              </a:spcBef>
              <a:spcAft>
                <a:spcPts val="0"/>
              </a:spcAft>
              <a:buSzPts val="1656"/>
              <a:buChar char="◼"/>
              <a:defRPr/>
            </a:lvl8pPr>
            <a:lvl9pPr indent="-333756" lvl="8" marL="4114800" algn="l">
              <a:spcBef>
                <a:spcPts val="600"/>
              </a:spcBef>
              <a:spcAft>
                <a:spcPts val="600"/>
              </a:spcAft>
              <a:buSzPts val="1656"/>
              <a:buChar char="◼"/>
              <a:defRPr/>
            </a:lvl9pPr>
          </a:lstStyle>
          <a:p/>
        </p:txBody>
      </p:sp>
      <p:sp>
        <p:nvSpPr>
          <p:cNvPr id="84" name="Google Shape;84;p17"/>
          <p:cNvSpPr/>
          <p:nvPr/>
        </p:nvSpPr>
        <p:spPr>
          <a:xfrm>
            <a:off x="446534" y="457200"/>
            <a:ext cx="3703320" cy="94997"/>
          </a:xfrm>
          <a:prstGeom prst="rect">
            <a:avLst/>
          </a:prstGeom>
          <a:solidFill>
            <a:srgbClr val="969FA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17"/>
          <p:cNvSpPr/>
          <p:nvPr/>
        </p:nvSpPr>
        <p:spPr>
          <a:xfrm>
            <a:off x="8042147" y="453643"/>
            <a:ext cx="3703320" cy="98554"/>
          </a:xfrm>
          <a:prstGeom prst="rect">
            <a:avLst/>
          </a:prstGeom>
          <a:solidFill>
            <a:srgbClr val="4653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7"/>
          <p:cNvSpPr/>
          <p:nvPr/>
        </p:nvSpPr>
        <p:spPr>
          <a:xfrm>
            <a:off x="4241830" y="457200"/>
            <a:ext cx="3703320" cy="9144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7"/>
          <p:cNvSpPr txBox="1"/>
          <p:nvPr>
            <p:ph idx="10" type="dt"/>
          </p:nvPr>
        </p:nvSpPr>
        <p:spPr>
          <a:xfrm>
            <a:off x="7605951" y="6423914"/>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17"/>
          <p:cNvSpPr txBox="1"/>
          <p:nvPr>
            <p:ph idx="11" type="ftr"/>
          </p:nvPr>
        </p:nvSpPr>
        <p:spPr>
          <a:xfrm>
            <a:off x="581192" y="6423914"/>
            <a:ext cx="69172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17"/>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6"/>
          <p:cNvSpPr txBox="1"/>
          <p:nvPr>
            <p:ph type="title"/>
          </p:nvPr>
        </p:nvSpPr>
        <p:spPr>
          <a:xfrm>
            <a:off x="581192" y="705124"/>
            <a:ext cx="11029616" cy="1189554"/>
          </a:xfrm>
          <a:prstGeom prst="rect">
            <a:avLst/>
          </a:prstGeom>
          <a:noFill/>
          <a:ln>
            <a:noFill/>
          </a:ln>
        </p:spPr>
        <p:txBody>
          <a:bodyPr anchorCtr="0" anchor="b" bIns="45700" lIns="91425" spcFirstLastPara="1" rIns="91425" wrap="square" tIns="45700">
            <a:normAutofit/>
          </a:bodyPr>
          <a:lstStyle>
            <a:lvl1pPr lvl="0" marR="0" rtl="0" algn="l">
              <a:lnSpc>
                <a:spcPct val="100000"/>
              </a:lnSpc>
              <a:spcBef>
                <a:spcPts val="0"/>
              </a:spcBef>
              <a:spcAft>
                <a:spcPts val="0"/>
              </a:spcAft>
              <a:buClr>
                <a:srgbClr val="3F3F3F"/>
              </a:buClr>
              <a:buSzPts val="2800"/>
              <a:buFont typeface="Franklin Gothic"/>
              <a:buNone/>
              <a:defRPr b="0" i="0" sz="2800" u="none" cap="none" strike="noStrike">
                <a:solidFill>
                  <a:srgbClr val="3F3F3F"/>
                </a:solidFill>
                <a:latin typeface="Franklin Gothic"/>
                <a:ea typeface="Franklin Gothic"/>
                <a:cs typeface="Franklin Gothic"/>
                <a:sym typeface="Franklin Gothic"/>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7" name="Google Shape;7;p6"/>
          <p:cNvSpPr txBox="1"/>
          <p:nvPr>
            <p:ph idx="1" type="body"/>
          </p:nvPr>
        </p:nvSpPr>
        <p:spPr>
          <a:xfrm>
            <a:off x="581192" y="2336002"/>
            <a:ext cx="11029616" cy="3652047"/>
          </a:xfrm>
          <a:prstGeom prst="rect">
            <a:avLst/>
          </a:prstGeom>
          <a:noFill/>
          <a:ln>
            <a:noFill/>
          </a:ln>
        </p:spPr>
        <p:txBody>
          <a:bodyPr anchorCtr="0" anchor="ctr" bIns="45700" lIns="91425" spcFirstLastPara="1" rIns="91425" wrap="square" tIns="45700">
            <a:normAutofit/>
          </a:bodyPr>
          <a:lstStyle>
            <a:lvl1pPr indent="-327914" lvl="0" marL="457200" marR="0" rtl="0" algn="l">
              <a:lnSpc>
                <a:spcPct val="110000"/>
              </a:lnSpc>
              <a:spcBef>
                <a:spcPts val="340"/>
              </a:spcBef>
              <a:spcAft>
                <a:spcPts val="0"/>
              </a:spcAft>
              <a:buClr>
                <a:schemeClr val="accent1"/>
              </a:buClr>
              <a:buSzPts val="1564"/>
              <a:buFont typeface="Noto Sans Symbols"/>
              <a:buChar char="◼"/>
              <a:defRPr b="0" i="0" sz="1700" u="none" cap="none" strike="noStrike">
                <a:solidFill>
                  <a:srgbClr val="3F3F3F"/>
                </a:solidFill>
                <a:latin typeface="Libre Franklin"/>
                <a:ea typeface="Libre Franklin"/>
                <a:cs typeface="Libre Franklin"/>
                <a:sym typeface="Libre Franklin"/>
              </a:defRPr>
            </a:lvl1pPr>
            <a:lvl2pPr indent="-310388" lvl="1" marL="914400" marR="0" rtl="0" algn="l">
              <a:spcBef>
                <a:spcPts val="600"/>
              </a:spcBef>
              <a:spcAft>
                <a:spcPts val="0"/>
              </a:spcAft>
              <a:buClr>
                <a:schemeClr val="accent1"/>
              </a:buClr>
              <a:buSzPts val="1288"/>
              <a:buFont typeface="Noto Sans Symbols"/>
              <a:buChar char="◼"/>
              <a:defRPr b="0" i="0" sz="1400" u="none" cap="none" strike="noStrike">
                <a:solidFill>
                  <a:srgbClr val="3F3F3F"/>
                </a:solidFill>
                <a:latin typeface="Libre Franklin"/>
                <a:ea typeface="Libre Franklin"/>
                <a:cs typeface="Libre Franklin"/>
                <a:sym typeface="Libre Franklin"/>
              </a:defRPr>
            </a:lvl2pPr>
            <a:lvl3pPr indent="-304546" lvl="2" marL="1371600" marR="0" rtl="0" algn="l">
              <a:spcBef>
                <a:spcPts val="600"/>
              </a:spcBef>
              <a:spcAft>
                <a:spcPts val="0"/>
              </a:spcAft>
              <a:buClr>
                <a:schemeClr val="accent1"/>
              </a:buClr>
              <a:buSzPts val="1196"/>
              <a:buFont typeface="Noto Sans Symbols"/>
              <a:buChar char="◼"/>
              <a:defRPr b="0" i="0" sz="1300" u="none" cap="none" strike="noStrike">
                <a:solidFill>
                  <a:srgbClr val="3F3F3F"/>
                </a:solidFill>
                <a:latin typeface="Libre Franklin"/>
                <a:ea typeface="Libre Franklin"/>
                <a:cs typeface="Libre Franklin"/>
                <a:sym typeface="Libre Franklin"/>
              </a:defRPr>
            </a:lvl3pPr>
            <a:lvl4pPr indent="-292862" lvl="3" marL="1828800" marR="0" rtl="0" algn="l">
              <a:spcBef>
                <a:spcPts val="600"/>
              </a:spcBef>
              <a:spcAft>
                <a:spcPts val="0"/>
              </a:spcAft>
              <a:buClr>
                <a:schemeClr val="accent1"/>
              </a:buClr>
              <a:buSzPts val="1012"/>
              <a:buFont typeface="Noto Sans Symbols"/>
              <a:buChar char="◼"/>
              <a:defRPr b="0" i="0" sz="1100" u="none" cap="none" strike="noStrike">
                <a:solidFill>
                  <a:srgbClr val="3F3F3F"/>
                </a:solidFill>
                <a:latin typeface="Libre Franklin"/>
                <a:ea typeface="Libre Franklin"/>
                <a:cs typeface="Libre Franklin"/>
                <a:sym typeface="Libre Franklin"/>
              </a:defRPr>
            </a:lvl4pPr>
            <a:lvl5pPr indent="-292862" lvl="4" marL="2286000" marR="0" rtl="0" algn="l">
              <a:spcBef>
                <a:spcPts val="600"/>
              </a:spcBef>
              <a:spcAft>
                <a:spcPts val="0"/>
              </a:spcAft>
              <a:buClr>
                <a:schemeClr val="accent1"/>
              </a:buClr>
              <a:buSzPts val="1012"/>
              <a:buFont typeface="Noto Sans Symbols"/>
              <a:buChar char="◼"/>
              <a:defRPr b="0" i="0" sz="1100" u="none" cap="none" strike="noStrike">
                <a:solidFill>
                  <a:srgbClr val="3F3F3F"/>
                </a:solidFill>
                <a:latin typeface="Libre Franklin"/>
                <a:ea typeface="Libre Franklin"/>
                <a:cs typeface="Libre Franklin"/>
                <a:sym typeface="Libre Franklin"/>
              </a:defRPr>
            </a:lvl5pPr>
            <a:lvl6pPr indent="-298704" lvl="5" marL="2743200" marR="0" rtl="0" algn="l">
              <a:spcBef>
                <a:spcPts val="600"/>
              </a:spcBef>
              <a:spcAft>
                <a:spcPts val="0"/>
              </a:spcAft>
              <a:buClr>
                <a:schemeClr val="accent2"/>
              </a:buClr>
              <a:buSzPts val="1104"/>
              <a:buFont typeface="Noto Sans Symbols"/>
              <a:buChar char="◼"/>
              <a:defRPr b="0" i="0" sz="1200" u="none" cap="none" strike="noStrike">
                <a:solidFill>
                  <a:schemeClr val="dk2"/>
                </a:solidFill>
                <a:latin typeface="Libre Franklin"/>
                <a:ea typeface="Libre Franklin"/>
                <a:cs typeface="Libre Franklin"/>
                <a:sym typeface="Libre Franklin"/>
              </a:defRPr>
            </a:lvl6pPr>
            <a:lvl7pPr indent="-298704" lvl="6" marL="3200400" marR="0" rtl="0" algn="l">
              <a:spcBef>
                <a:spcPts val="600"/>
              </a:spcBef>
              <a:spcAft>
                <a:spcPts val="0"/>
              </a:spcAft>
              <a:buClr>
                <a:schemeClr val="accent2"/>
              </a:buClr>
              <a:buSzPts val="1104"/>
              <a:buFont typeface="Noto Sans Symbols"/>
              <a:buChar char="◼"/>
              <a:defRPr b="0" i="0" sz="1200" u="none" cap="none" strike="noStrike">
                <a:solidFill>
                  <a:schemeClr val="dk2"/>
                </a:solidFill>
                <a:latin typeface="Libre Franklin"/>
                <a:ea typeface="Libre Franklin"/>
                <a:cs typeface="Libre Franklin"/>
                <a:sym typeface="Libre Franklin"/>
              </a:defRPr>
            </a:lvl7pPr>
            <a:lvl8pPr indent="-298704" lvl="7" marL="3657600" marR="0" rtl="0" algn="l">
              <a:spcBef>
                <a:spcPts val="600"/>
              </a:spcBef>
              <a:spcAft>
                <a:spcPts val="0"/>
              </a:spcAft>
              <a:buClr>
                <a:schemeClr val="accent2"/>
              </a:buClr>
              <a:buSzPts val="1104"/>
              <a:buFont typeface="Noto Sans Symbols"/>
              <a:buChar char="◼"/>
              <a:defRPr b="0" i="0" sz="1200" u="none" cap="none" strike="noStrike">
                <a:solidFill>
                  <a:schemeClr val="dk2"/>
                </a:solidFill>
                <a:latin typeface="Libre Franklin"/>
                <a:ea typeface="Libre Franklin"/>
                <a:cs typeface="Libre Franklin"/>
                <a:sym typeface="Libre Franklin"/>
              </a:defRPr>
            </a:lvl8pPr>
            <a:lvl9pPr indent="-298704" lvl="8" marL="4114800" marR="0" rtl="0" algn="l">
              <a:spcBef>
                <a:spcPts val="600"/>
              </a:spcBef>
              <a:spcAft>
                <a:spcPts val="600"/>
              </a:spcAft>
              <a:buClr>
                <a:schemeClr val="accent2"/>
              </a:buClr>
              <a:buSzPts val="1104"/>
              <a:buFont typeface="Noto Sans Symbols"/>
              <a:buChar char="◼"/>
              <a:defRPr b="0" i="0" sz="1200" u="none" cap="none" strike="noStrike">
                <a:solidFill>
                  <a:schemeClr val="dk2"/>
                </a:solidFill>
                <a:latin typeface="Libre Franklin"/>
                <a:ea typeface="Libre Franklin"/>
                <a:cs typeface="Libre Franklin"/>
                <a:sym typeface="Libre Franklin"/>
              </a:defRPr>
            </a:lvl9pPr>
          </a:lstStyle>
          <a:p/>
        </p:txBody>
      </p:sp>
      <p:sp>
        <p:nvSpPr>
          <p:cNvPr id="8" name="Google Shape;8;p6"/>
          <p:cNvSpPr txBox="1"/>
          <p:nvPr>
            <p:ph idx="10" type="dt"/>
          </p:nvPr>
        </p:nvSpPr>
        <p:spPr>
          <a:xfrm>
            <a:off x="7605951" y="6423914"/>
            <a:ext cx="2844799"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900" u="none" cap="none" strike="noStrike">
                <a:solidFill>
                  <a:srgbClr val="3F3F3F"/>
                </a:solidFill>
                <a:latin typeface="Libre Franklin"/>
                <a:ea typeface="Libre Franklin"/>
                <a:cs typeface="Libre Franklin"/>
                <a:sym typeface="Libre Franklin"/>
              </a:defRPr>
            </a:lvl1pPr>
            <a:lvl2pPr lvl="1"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2pPr>
            <a:lvl3pPr lvl="2"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3pPr>
            <a:lvl4pPr lvl="3"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4pPr>
            <a:lvl5pPr lvl="4"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5pPr>
            <a:lvl6pPr lvl="5"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6pPr>
            <a:lvl7pPr lvl="6"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7pPr>
            <a:lvl8pPr lvl="7"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8pPr>
            <a:lvl9pPr lvl="8"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9pPr>
          </a:lstStyle>
          <a:p/>
        </p:txBody>
      </p:sp>
      <p:sp>
        <p:nvSpPr>
          <p:cNvPr id="9" name="Google Shape;9;p6"/>
          <p:cNvSpPr txBox="1"/>
          <p:nvPr>
            <p:ph idx="11" type="ftr"/>
          </p:nvPr>
        </p:nvSpPr>
        <p:spPr>
          <a:xfrm>
            <a:off x="581192" y="6423914"/>
            <a:ext cx="691721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3F3F3F"/>
                </a:solidFill>
                <a:latin typeface="Libre Franklin"/>
                <a:ea typeface="Libre Franklin"/>
                <a:cs typeface="Libre Franklin"/>
                <a:sym typeface="Libre Franklin"/>
              </a:defRPr>
            </a:lvl1pPr>
            <a:lvl2pPr lvl="1"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2pPr>
            <a:lvl3pPr lvl="2"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3pPr>
            <a:lvl4pPr lvl="3"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4pPr>
            <a:lvl5pPr lvl="4"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5pPr>
            <a:lvl6pPr lvl="5"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6pPr>
            <a:lvl7pPr lvl="6"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7pPr>
            <a:lvl8pPr lvl="7"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8pPr>
            <a:lvl9pPr lvl="8"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9pPr>
          </a:lstStyle>
          <a:p/>
        </p:txBody>
      </p:sp>
      <p:sp>
        <p:nvSpPr>
          <p:cNvPr id="10" name="Google Shape;10;p6"/>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900" u="none" cap="none" strike="noStrike">
                <a:solidFill>
                  <a:srgbClr val="3F3F3F"/>
                </a:solidFill>
                <a:latin typeface="Libre Franklin"/>
                <a:ea typeface="Libre Franklin"/>
                <a:cs typeface="Libre Franklin"/>
                <a:sym typeface="Libre Franklin"/>
              </a:defRPr>
            </a:lvl1pPr>
            <a:lvl2pPr indent="0" lvl="1" marL="0" marR="0" rtl="0" algn="r">
              <a:spcBef>
                <a:spcPts val="0"/>
              </a:spcBef>
              <a:buNone/>
              <a:defRPr b="0" i="0" sz="900" u="none" cap="none" strike="noStrike">
                <a:solidFill>
                  <a:srgbClr val="3F3F3F"/>
                </a:solidFill>
                <a:latin typeface="Libre Franklin"/>
                <a:ea typeface="Libre Franklin"/>
                <a:cs typeface="Libre Franklin"/>
                <a:sym typeface="Libre Franklin"/>
              </a:defRPr>
            </a:lvl2pPr>
            <a:lvl3pPr indent="0" lvl="2" marL="0" marR="0" rtl="0" algn="r">
              <a:spcBef>
                <a:spcPts val="0"/>
              </a:spcBef>
              <a:buNone/>
              <a:defRPr b="0" i="0" sz="900" u="none" cap="none" strike="noStrike">
                <a:solidFill>
                  <a:srgbClr val="3F3F3F"/>
                </a:solidFill>
                <a:latin typeface="Libre Franklin"/>
                <a:ea typeface="Libre Franklin"/>
                <a:cs typeface="Libre Franklin"/>
                <a:sym typeface="Libre Franklin"/>
              </a:defRPr>
            </a:lvl3pPr>
            <a:lvl4pPr indent="0" lvl="3" marL="0" marR="0" rtl="0" algn="r">
              <a:spcBef>
                <a:spcPts val="0"/>
              </a:spcBef>
              <a:buNone/>
              <a:defRPr b="0" i="0" sz="900" u="none" cap="none" strike="noStrike">
                <a:solidFill>
                  <a:srgbClr val="3F3F3F"/>
                </a:solidFill>
                <a:latin typeface="Libre Franklin"/>
                <a:ea typeface="Libre Franklin"/>
                <a:cs typeface="Libre Franklin"/>
                <a:sym typeface="Libre Franklin"/>
              </a:defRPr>
            </a:lvl4pPr>
            <a:lvl5pPr indent="0" lvl="4" marL="0" marR="0" rtl="0" algn="r">
              <a:spcBef>
                <a:spcPts val="0"/>
              </a:spcBef>
              <a:buNone/>
              <a:defRPr b="0" i="0" sz="900" u="none" cap="none" strike="noStrike">
                <a:solidFill>
                  <a:srgbClr val="3F3F3F"/>
                </a:solidFill>
                <a:latin typeface="Libre Franklin"/>
                <a:ea typeface="Libre Franklin"/>
                <a:cs typeface="Libre Franklin"/>
                <a:sym typeface="Libre Franklin"/>
              </a:defRPr>
            </a:lvl5pPr>
            <a:lvl6pPr indent="0" lvl="5" marL="0" marR="0" rtl="0" algn="r">
              <a:spcBef>
                <a:spcPts val="0"/>
              </a:spcBef>
              <a:buNone/>
              <a:defRPr b="0" i="0" sz="900" u="none" cap="none" strike="noStrike">
                <a:solidFill>
                  <a:srgbClr val="3F3F3F"/>
                </a:solidFill>
                <a:latin typeface="Libre Franklin"/>
                <a:ea typeface="Libre Franklin"/>
                <a:cs typeface="Libre Franklin"/>
                <a:sym typeface="Libre Franklin"/>
              </a:defRPr>
            </a:lvl6pPr>
            <a:lvl7pPr indent="0" lvl="6" marL="0" marR="0" rtl="0" algn="r">
              <a:spcBef>
                <a:spcPts val="0"/>
              </a:spcBef>
              <a:buNone/>
              <a:defRPr b="0" i="0" sz="900" u="none" cap="none" strike="noStrike">
                <a:solidFill>
                  <a:srgbClr val="3F3F3F"/>
                </a:solidFill>
                <a:latin typeface="Libre Franklin"/>
                <a:ea typeface="Libre Franklin"/>
                <a:cs typeface="Libre Franklin"/>
                <a:sym typeface="Libre Franklin"/>
              </a:defRPr>
            </a:lvl7pPr>
            <a:lvl8pPr indent="0" lvl="7" marL="0" marR="0" rtl="0" algn="r">
              <a:spcBef>
                <a:spcPts val="0"/>
              </a:spcBef>
              <a:buNone/>
              <a:defRPr b="0" i="0" sz="900" u="none" cap="none" strike="noStrike">
                <a:solidFill>
                  <a:srgbClr val="3F3F3F"/>
                </a:solidFill>
                <a:latin typeface="Libre Franklin"/>
                <a:ea typeface="Libre Franklin"/>
                <a:cs typeface="Libre Franklin"/>
                <a:sym typeface="Libre Franklin"/>
              </a:defRPr>
            </a:lvl8pPr>
            <a:lvl9pPr indent="0" lvl="8" marL="0" marR="0" rtl="0" algn="r">
              <a:spcBef>
                <a:spcPts val="0"/>
              </a:spcBef>
              <a:buNone/>
              <a:defRPr b="0" i="0" sz="900" u="none" cap="none" strike="noStrike">
                <a:solidFill>
                  <a:srgbClr val="3F3F3F"/>
                </a:solidFill>
                <a:latin typeface="Libre Franklin"/>
                <a:ea typeface="Libre Franklin"/>
                <a:cs typeface="Libre Franklin"/>
                <a:sym typeface="Libre Franklin"/>
              </a:defRPr>
            </a:lvl9pPr>
          </a:lstStyle>
          <a:p>
            <a:pPr indent="0" lvl="0" marL="0" rtl="0" algn="r">
              <a:spcBef>
                <a:spcPts val="0"/>
              </a:spcBef>
              <a:spcAft>
                <a:spcPts val="0"/>
              </a:spcAft>
              <a:buNone/>
            </a:pPr>
            <a:fld id="{00000000-1234-1234-1234-123412341234}" type="slidenum">
              <a:rPr lang="en-US"/>
              <a:t>‹#›</a:t>
            </a:fld>
            <a:endParaRPr/>
          </a:p>
        </p:txBody>
      </p:sp>
      <p:sp>
        <p:nvSpPr>
          <p:cNvPr id="11" name="Google Shape;11;p6"/>
          <p:cNvSpPr/>
          <p:nvPr/>
        </p:nvSpPr>
        <p:spPr>
          <a:xfrm>
            <a:off x="446534" y="457200"/>
            <a:ext cx="3703320" cy="94997"/>
          </a:xfrm>
          <a:prstGeom prst="rect">
            <a:avLst/>
          </a:prstGeom>
          <a:solidFill>
            <a:srgbClr val="4653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6"/>
          <p:cNvSpPr/>
          <p:nvPr/>
        </p:nvSpPr>
        <p:spPr>
          <a:xfrm>
            <a:off x="8042147" y="453643"/>
            <a:ext cx="3703320" cy="98554"/>
          </a:xfrm>
          <a:prstGeom prst="rect">
            <a:avLst/>
          </a:prstGeom>
          <a:solidFill>
            <a:srgbClr val="969FA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6"/>
          <p:cNvSpPr/>
          <p:nvPr/>
        </p:nvSpPr>
        <p:spPr>
          <a:xfrm>
            <a:off x="4241830" y="457200"/>
            <a:ext cx="3703320" cy="9144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3" name="Shape 93"/>
        <p:cNvGrpSpPr/>
        <p:nvPr/>
      </p:nvGrpSpPr>
      <p:grpSpPr>
        <a:xfrm>
          <a:off x="0" y="0"/>
          <a:ext cx="0" cy="0"/>
          <a:chOff x="0" y="0"/>
          <a:chExt cx="0" cy="0"/>
        </a:xfrm>
      </p:grpSpPr>
      <p:sp>
        <p:nvSpPr>
          <p:cNvPr id="94" name="Google Shape;94;p1"/>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Libre Franklin"/>
              <a:ea typeface="Libre Franklin"/>
              <a:cs typeface="Libre Franklin"/>
              <a:sym typeface="Libre Franklin"/>
            </a:endParaRPr>
          </a:p>
        </p:txBody>
      </p:sp>
      <p:sp>
        <p:nvSpPr>
          <p:cNvPr id="95" name="Google Shape;95;p1"/>
          <p:cNvSpPr txBox="1"/>
          <p:nvPr>
            <p:ph type="ctrTitle"/>
          </p:nvPr>
        </p:nvSpPr>
        <p:spPr>
          <a:xfrm>
            <a:off x="581191" y="1020431"/>
            <a:ext cx="10993549" cy="1475013"/>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1"/>
              </a:buClr>
              <a:buSzPts val="3600"/>
              <a:buFont typeface="Calibri"/>
              <a:buNone/>
            </a:pPr>
            <a:r>
              <a:rPr b="1" lang="en-US">
                <a:solidFill>
                  <a:schemeClr val="dk1"/>
                </a:solidFill>
                <a:latin typeface="Calibri"/>
                <a:ea typeface="Calibri"/>
                <a:cs typeface="Calibri"/>
                <a:sym typeface="Calibri"/>
              </a:rPr>
              <a:t>REDUCING ESTIMATION ERROR IN PORTFOLIO OPTIMIZATION</a:t>
            </a:r>
            <a:endParaRPr/>
          </a:p>
        </p:txBody>
      </p:sp>
      <p:sp>
        <p:nvSpPr>
          <p:cNvPr id="96" name="Google Shape;96;p1"/>
          <p:cNvSpPr txBox="1"/>
          <p:nvPr>
            <p:ph idx="1" type="subTitle"/>
          </p:nvPr>
        </p:nvSpPr>
        <p:spPr>
          <a:xfrm>
            <a:off x="581194" y="2495445"/>
            <a:ext cx="10993546" cy="468233"/>
          </a:xfrm>
          <a:prstGeom prst="rect">
            <a:avLst/>
          </a:prstGeom>
          <a:noFill/>
          <a:ln>
            <a:noFill/>
          </a:ln>
        </p:spPr>
        <p:txBody>
          <a:bodyPr anchorCtr="0" anchor="t" bIns="45700" lIns="91425" spcFirstLastPara="1" rIns="91425" wrap="square" tIns="45700">
            <a:normAutofit/>
          </a:bodyPr>
          <a:lstStyle/>
          <a:p>
            <a:pPr indent="0" lvl="0" marL="0" rtl="0" algn="l">
              <a:lnSpc>
                <a:spcPct val="110000"/>
              </a:lnSpc>
              <a:spcBef>
                <a:spcPts val="0"/>
              </a:spcBef>
              <a:spcAft>
                <a:spcPts val="0"/>
              </a:spcAft>
              <a:buSzPts val="1472"/>
              <a:buNone/>
            </a:pPr>
            <a:r>
              <a:rPr b="1" lang="en-US">
                <a:latin typeface="Calibri"/>
                <a:ea typeface="Calibri"/>
                <a:cs typeface="Calibri"/>
                <a:sym typeface="Calibri"/>
              </a:rPr>
              <a:t>HOW DENOISING, DETONING, AND HRP IMPROVED A 10-ASSET PORTFOLIO</a:t>
            </a:r>
            <a:endParaRPr/>
          </a:p>
        </p:txBody>
      </p:sp>
      <p:sp>
        <p:nvSpPr>
          <p:cNvPr id="97" name="Google Shape;97;p1"/>
          <p:cNvSpPr/>
          <p:nvPr/>
        </p:nvSpPr>
        <p:spPr>
          <a:xfrm>
            <a:off x="446534" y="457200"/>
            <a:ext cx="3703320" cy="94997"/>
          </a:xfrm>
          <a:prstGeom prst="rect">
            <a:avLst/>
          </a:prstGeom>
          <a:solidFill>
            <a:srgbClr val="4653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
          <p:cNvSpPr/>
          <p:nvPr/>
        </p:nvSpPr>
        <p:spPr>
          <a:xfrm>
            <a:off x="4241830" y="457200"/>
            <a:ext cx="3703320" cy="9144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
          <p:cNvSpPr/>
          <p:nvPr/>
        </p:nvSpPr>
        <p:spPr>
          <a:xfrm>
            <a:off x="8042147" y="453643"/>
            <a:ext cx="3703320" cy="98554"/>
          </a:xfrm>
          <a:prstGeom prst="rect">
            <a:avLst/>
          </a:prstGeom>
          <a:solidFill>
            <a:srgbClr val="969FA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abstract image" id="100" name="Google Shape;100;p1"/>
          <p:cNvPicPr preferRelativeResize="0"/>
          <p:nvPr/>
        </p:nvPicPr>
        <p:blipFill rotWithShape="1">
          <a:blip r:embed="rId3">
            <a:alphaModFix/>
          </a:blip>
          <a:srcRect b="0" l="0" r="0" t="0"/>
          <a:stretch/>
        </p:blipFill>
        <p:spPr>
          <a:xfrm>
            <a:off x="448733" y="3081867"/>
            <a:ext cx="11260667" cy="331046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4" name="Shape 104"/>
        <p:cNvGrpSpPr/>
        <p:nvPr/>
      </p:nvGrpSpPr>
      <p:grpSpPr>
        <a:xfrm>
          <a:off x="0" y="0"/>
          <a:ext cx="0" cy="0"/>
          <a:chOff x="0" y="0"/>
          <a:chExt cx="0" cy="0"/>
        </a:xfrm>
      </p:grpSpPr>
      <p:sp>
        <p:nvSpPr>
          <p:cNvPr id="105" name="Google Shape;105;p2"/>
          <p:cNvSpPr/>
          <p:nvPr/>
        </p:nvSpPr>
        <p:spPr>
          <a:xfrm>
            <a:off x="0" y="0"/>
            <a:ext cx="12191999" cy="6858001"/>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Libre Franklin"/>
              <a:ea typeface="Libre Franklin"/>
              <a:cs typeface="Libre Franklin"/>
              <a:sym typeface="Libre Franklin"/>
            </a:endParaRPr>
          </a:p>
        </p:txBody>
      </p:sp>
      <p:sp>
        <p:nvSpPr>
          <p:cNvPr id="106" name="Google Shape;106;p2"/>
          <p:cNvSpPr/>
          <p:nvPr/>
        </p:nvSpPr>
        <p:spPr>
          <a:xfrm>
            <a:off x="446534" y="457200"/>
            <a:ext cx="3703320" cy="94997"/>
          </a:xfrm>
          <a:prstGeom prst="rect">
            <a:avLst/>
          </a:prstGeom>
          <a:solidFill>
            <a:srgbClr val="4653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2"/>
          <p:cNvSpPr/>
          <p:nvPr/>
        </p:nvSpPr>
        <p:spPr>
          <a:xfrm>
            <a:off x="4241830" y="457200"/>
            <a:ext cx="3703320" cy="9144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2"/>
          <p:cNvSpPr/>
          <p:nvPr/>
        </p:nvSpPr>
        <p:spPr>
          <a:xfrm>
            <a:off x="8042147" y="453643"/>
            <a:ext cx="3703320" cy="98554"/>
          </a:xfrm>
          <a:prstGeom prst="rect">
            <a:avLst/>
          </a:prstGeom>
          <a:solidFill>
            <a:srgbClr val="969FA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2"/>
          <p:cNvSpPr/>
          <p:nvPr/>
        </p:nvSpPr>
        <p:spPr>
          <a:xfrm>
            <a:off x="461436" y="723899"/>
            <a:ext cx="3703320" cy="5666666"/>
          </a:xfrm>
          <a:prstGeom prst="rect">
            <a:avLst/>
          </a:prstGeom>
          <a:solidFill>
            <a:srgbClr val="4653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2"/>
          <p:cNvSpPr txBox="1"/>
          <p:nvPr>
            <p:ph type="title"/>
          </p:nvPr>
        </p:nvSpPr>
        <p:spPr>
          <a:xfrm>
            <a:off x="803189" y="1209184"/>
            <a:ext cx="3089189" cy="4734416"/>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FFFFFF"/>
              </a:buClr>
              <a:buSzPts val="2800"/>
              <a:buFont typeface="Franklin Gothic"/>
              <a:buNone/>
            </a:pPr>
            <a:r>
              <a:rPr lang="en-US">
                <a:solidFill>
                  <a:srgbClr val="FFFFFF"/>
                </a:solidFill>
              </a:rPr>
              <a:t>WHAT IS ESTIMATION ERROR?</a:t>
            </a:r>
            <a:endParaRPr/>
          </a:p>
        </p:txBody>
      </p:sp>
      <p:sp>
        <p:nvSpPr>
          <p:cNvPr id="111" name="Google Shape;111;p2"/>
          <p:cNvSpPr txBox="1"/>
          <p:nvPr>
            <p:ph idx="1" type="body"/>
          </p:nvPr>
        </p:nvSpPr>
        <p:spPr>
          <a:xfrm>
            <a:off x="4561870" y="767445"/>
            <a:ext cx="7183597" cy="1273628"/>
          </a:xfrm>
          <a:prstGeom prst="rect">
            <a:avLst/>
          </a:prstGeom>
          <a:noFill/>
          <a:ln>
            <a:noFill/>
          </a:ln>
        </p:spPr>
        <p:txBody>
          <a:bodyPr anchorCtr="0" anchor="ctr" bIns="45700" lIns="91425" spcFirstLastPara="1" rIns="91425" wrap="square" tIns="45700">
            <a:normAutofit/>
          </a:bodyPr>
          <a:lstStyle/>
          <a:p>
            <a:pPr indent="0" lvl="0" marL="0" rtl="0" algn="l">
              <a:lnSpc>
                <a:spcPct val="110000"/>
              </a:lnSpc>
              <a:spcBef>
                <a:spcPts val="0"/>
              </a:spcBef>
              <a:spcAft>
                <a:spcPts val="0"/>
              </a:spcAft>
              <a:buSzPts val="1564"/>
              <a:buNone/>
            </a:pPr>
            <a:r>
              <a:rPr lang="en-US">
                <a:latin typeface="Calibri"/>
                <a:ea typeface="Calibri"/>
                <a:cs typeface="Calibri"/>
                <a:sym typeface="Calibri"/>
              </a:rPr>
              <a:t>Estimation error is the difference between the true but unknown portfolio parameters and the values estimated from historical data.</a:t>
            </a:r>
            <a:endParaRPr/>
          </a:p>
          <a:p>
            <a:pPr indent="0" lvl="0" marL="0" rtl="0" algn="l">
              <a:lnSpc>
                <a:spcPct val="110000"/>
              </a:lnSpc>
              <a:spcBef>
                <a:spcPts val="940"/>
              </a:spcBef>
              <a:spcAft>
                <a:spcPts val="0"/>
              </a:spcAft>
              <a:buSzPts val="1564"/>
              <a:buNone/>
            </a:pPr>
            <a:r>
              <a:t/>
            </a:r>
            <a:endParaRPr>
              <a:latin typeface="Calibri"/>
              <a:ea typeface="Calibri"/>
              <a:cs typeface="Calibri"/>
              <a:sym typeface="Calibri"/>
            </a:endParaRPr>
          </a:p>
        </p:txBody>
      </p:sp>
      <p:pic>
        <p:nvPicPr>
          <p:cNvPr id="112" name="Google Shape;112;p2"/>
          <p:cNvPicPr preferRelativeResize="0"/>
          <p:nvPr/>
        </p:nvPicPr>
        <p:blipFill rotWithShape="1">
          <a:blip r:embed="rId3">
            <a:alphaModFix/>
          </a:blip>
          <a:srcRect b="0" l="0" r="0" t="0"/>
          <a:stretch/>
        </p:blipFill>
        <p:spPr>
          <a:xfrm>
            <a:off x="5856558" y="1611086"/>
            <a:ext cx="4177183" cy="1817914"/>
          </a:xfrm>
          <a:prstGeom prst="rect">
            <a:avLst/>
          </a:prstGeom>
          <a:noFill/>
          <a:ln>
            <a:noFill/>
          </a:ln>
        </p:spPr>
      </p:pic>
      <p:sp>
        <p:nvSpPr>
          <p:cNvPr id="113" name="Google Shape;113;p2"/>
          <p:cNvSpPr txBox="1"/>
          <p:nvPr/>
        </p:nvSpPr>
        <p:spPr>
          <a:xfrm>
            <a:off x="4586579" y="3429001"/>
            <a:ext cx="7183597" cy="1431472"/>
          </a:xfrm>
          <a:prstGeom prst="rect">
            <a:avLst/>
          </a:prstGeom>
          <a:noFill/>
          <a:ln>
            <a:noFill/>
          </a:ln>
        </p:spPr>
        <p:txBody>
          <a:bodyPr anchorCtr="0" anchor="ctr" bIns="45700" lIns="91425" spcFirstLastPara="1" rIns="91425" wrap="square" tIns="45700">
            <a:normAutofit lnSpcReduction="20000"/>
          </a:bodyPr>
          <a:lstStyle/>
          <a:p>
            <a:pPr indent="0" lvl="0" marL="0" marR="0" rtl="0" algn="l">
              <a:lnSpc>
                <a:spcPct val="110000"/>
              </a:lnSpc>
              <a:spcBef>
                <a:spcPts val="0"/>
              </a:spcBef>
              <a:spcAft>
                <a:spcPts val="0"/>
              </a:spcAft>
              <a:buClr>
                <a:schemeClr val="accent1"/>
              </a:buClr>
              <a:buSzPts val="1564"/>
              <a:buFont typeface="Noto Sans Symbols"/>
              <a:buNone/>
            </a:pPr>
            <a:r>
              <a:rPr b="0" i="0" lang="en-US" sz="1700" u="none" cap="none" strike="noStrike">
                <a:solidFill>
                  <a:srgbClr val="3F3F3F"/>
                </a:solidFill>
                <a:latin typeface="Calibri"/>
                <a:ea typeface="Calibri"/>
                <a:cs typeface="Calibri"/>
                <a:sym typeface="Calibri"/>
              </a:rPr>
              <a:t>Where  ∑  is the estimated covariance matrix,</a:t>
            </a:r>
            <a:endParaRPr/>
          </a:p>
          <a:p>
            <a:pPr indent="0" lvl="0" marL="0" marR="0" rtl="0" algn="l">
              <a:lnSpc>
                <a:spcPct val="110000"/>
              </a:lnSpc>
              <a:spcBef>
                <a:spcPts val="940"/>
              </a:spcBef>
              <a:spcAft>
                <a:spcPts val="0"/>
              </a:spcAft>
              <a:buClr>
                <a:schemeClr val="accent1"/>
              </a:buClr>
              <a:buSzPts val="1564"/>
              <a:buFont typeface="Noto Sans Symbols"/>
              <a:buNone/>
            </a:pPr>
            <a:r>
              <a:rPr b="0" i="0" lang="en-US" sz="1700" u="none" cap="none" strike="noStrike">
                <a:solidFill>
                  <a:srgbClr val="3F3F3F"/>
                </a:solidFill>
                <a:latin typeface="Calibri"/>
                <a:ea typeface="Calibri"/>
                <a:cs typeface="Calibri"/>
                <a:sym typeface="Calibri"/>
              </a:rPr>
              <a:t>	    ∑  is the true covariance matrix, and</a:t>
            </a:r>
            <a:endParaRPr/>
          </a:p>
          <a:p>
            <a:pPr indent="0" lvl="0" marL="0" marR="0" rtl="0" algn="l">
              <a:lnSpc>
                <a:spcPct val="110000"/>
              </a:lnSpc>
              <a:spcBef>
                <a:spcPts val="940"/>
              </a:spcBef>
              <a:spcAft>
                <a:spcPts val="0"/>
              </a:spcAft>
              <a:buClr>
                <a:schemeClr val="accent1"/>
              </a:buClr>
              <a:buSzPts val="1564"/>
              <a:buFont typeface="Noto Sans Symbols"/>
              <a:buNone/>
            </a:pPr>
            <a:r>
              <a:rPr b="0" i="0" lang="en-US" sz="1700" u="none" cap="none" strike="noStrike">
                <a:solidFill>
                  <a:srgbClr val="3F3F3F"/>
                </a:solidFill>
                <a:latin typeface="Calibri"/>
                <a:ea typeface="Calibri"/>
                <a:cs typeface="Calibri"/>
                <a:sym typeface="Calibri"/>
              </a:rPr>
              <a:t>	    ϵ is estimation noise.</a:t>
            </a:r>
            <a:endParaRPr/>
          </a:p>
          <a:p>
            <a:pPr indent="0" lvl="0" marL="0" marR="0" rtl="0" algn="l">
              <a:lnSpc>
                <a:spcPct val="110000"/>
              </a:lnSpc>
              <a:spcBef>
                <a:spcPts val="940"/>
              </a:spcBef>
              <a:spcAft>
                <a:spcPts val="0"/>
              </a:spcAft>
              <a:buClr>
                <a:schemeClr val="accent1"/>
              </a:buClr>
              <a:buSzPts val="1564"/>
              <a:buFont typeface="Noto Sans Symbols"/>
              <a:buNone/>
            </a:pPr>
            <a:r>
              <a:t/>
            </a:r>
            <a:endParaRPr b="0" i="0" sz="1700" u="none" cap="none" strike="noStrike">
              <a:solidFill>
                <a:srgbClr val="3F3F3F"/>
              </a:solidFill>
              <a:latin typeface="Libre Franklin"/>
              <a:ea typeface="Libre Franklin"/>
              <a:cs typeface="Libre Franklin"/>
              <a:sym typeface="Libre Franklin"/>
            </a:endParaRPr>
          </a:p>
        </p:txBody>
      </p:sp>
      <p:sp>
        <p:nvSpPr>
          <p:cNvPr id="114" name="Google Shape;114;p2"/>
          <p:cNvSpPr txBox="1"/>
          <p:nvPr/>
        </p:nvSpPr>
        <p:spPr>
          <a:xfrm>
            <a:off x="4680857" y="5099958"/>
            <a:ext cx="6707954" cy="923330"/>
          </a:xfrm>
          <a:prstGeom prst="rect">
            <a:avLst/>
          </a:prstGeom>
          <a:solidFill>
            <a:schemeClr val="accent1"/>
          </a:solid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i="0" lang="en-US" sz="1800" u="none" cap="none" strike="noStrike">
                <a:solidFill>
                  <a:schemeClr val="dk1"/>
                </a:solidFill>
                <a:latin typeface="Calibri"/>
                <a:ea typeface="Calibri"/>
                <a:cs typeface="Calibri"/>
                <a:sym typeface="Calibri"/>
              </a:rPr>
              <a:t>Small errors in covariance and correlation estimates can lead to unstable portfolio weights, especially when optimization methods rely heavily on historical data.</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3"/>
          <p:cNvSpPr txBox="1"/>
          <p:nvPr>
            <p:ph type="title"/>
          </p:nvPr>
        </p:nvSpPr>
        <p:spPr>
          <a:xfrm>
            <a:off x="581192" y="702156"/>
            <a:ext cx="11029616" cy="68033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1"/>
              </a:buClr>
              <a:buSzPts val="2800"/>
              <a:buFont typeface="Franklin Gothic"/>
              <a:buNone/>
            </a:pPr>
            <a:r>
              <a:rPr lang="en-US">
                <a:solidFill>
                  <a:schemeClr val="dk1"/>
                </a:solidFill>
              </a:rPr>
              <a:t>EVIDENCE FROM OUR PORTFOLIO</a:t>
            </a:r>
            <a:endParaRPr/>
          </a:p>
        </p:txBody>
      </p:sp>
      <p:graphicFrame>
        <p:nvGraphicFramePr>
          <p:cNvPr id="120" name="Google Shape;120;p3"/>
          <p:cNvGraphicFramePr/>
          <p:nvPr/>
        </p:nvGraphicFramePr>
        <p:xfrm>
          <a:off x="700770" y="2341563"/>
          <a:ext cx="3000000" cy="3000000"/>
        </p:xfrm>
        <a:graphic>
          <a:graphicData uri="http://schemas.openxmlformats.org/drawingml/2006/table">
            <a:tbl>
              <a:tblPr>
                <a:noFill/>
                <a:tableStyleId>{81D39075-02B3-4EAA-B60B-268361980C3E}</a:tableStyleId>
              </a:tblPr>
              <a:tblGrid>
                <a:gridCol w="2605100"/>
                <a:gridCol w="2605100"/>
              </a:tblGrid>
              <a:tr h="228600">
                <a:tc>
                  <a:txBody>
                    <a:bodyPr/>
                    <a:lstStyle/>
                    <a:p>
                      <a:pPr indent="0" lvl="0" marL="0" marR="0" rtl="0" algn="l">
                        <a:spcBef>
                          <a:spcPts val="0"/>
                        </a:spcBef>
                        <a:spcAft>
                          <a:spcPts val="0"/>
                        </a:spcAft>
                        <a:buClr>
                          <a:schemeClr val="dk1"/>
                        </a:buClr>
                        <a:buSzPts val="1800"/>
                        <a:buFont typeface="Libre Franklin"/>
                        <a:buNone/>
                      </a:pPr>
                      <a:r>
                        <a:rPr lang="en-US" sz="1800" u="none" cap="none" strike="noStrike"/>
                        <a:t>Asset</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8D8D8"/>
                    </a:solidFill>
                  </a:tcPr>
                </a:tc>
                <a:tc>
                  <a:txBody>
                    <a:bodyPr/>
                    <a:lstStyle/>
                    <a:p>
                      <a:pPr indent="0" lvl="0" marL="0" marR="0" rtl="0" algn="r">
                        <a:spcBef>
                          <a:spcPts val="0"/>
                        </a:spcBef>
                        <a:spcAft>
                          <a:spcPts val="0"/>
                        </a:spcAft>
                        <a:buClr>
                          <a:schemeClr val="dk1"/>
                        </a:buClr>
                        <a:buSzPts val="1800"/>
                        <a:buFont typeface="Libre Franklin"/>
                        <a:buNone/>
                      </a:pPr>
                      <a:r>
                        <a:rPr lang="en-US" sz="1800" u="none" cap="none" strike="noStrike"/>
                        <a:t>Constrained Kelly Weight</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8D8D8"/>
                    </a:solidFill>
                  </a:tcPr>
                </a:tc>
              </a:tr>
              <a:tr h="228600">
                <a:tc>
                  <a:txBody>
                    <a:bodyPr/>
                    <a:lstStyle/>
                    <a:p>
                      <a:pPr indent="0" lvl="0" marL="0" marR="0" rtl="0" algn="l">
                        <a:spcBef>
                          <a:spcPts val="0"/>
                        </a:spcBef>
                        <a:spcAft>
                          <a:spcPts val="0"/>
                        </a:spcAft>
                        <a:buClr>
                          <a:schemeClr val="dk1"/>
                        </a:buClr>
                        <a:buSzPts val="1800"/>
                        <a:buFont typeface="Libre Franklin"/>
                        <a:buNone/>
                      </a:pPr>
                      <a:r>
                        <a:rPr lang="en-US" sz="1800" u="none" cap="none" strike="noStrike"/>
                        <a:t>TSLA</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8D8D8"/>
                    </a:solidFill>
                  </a:tcPr>
                </a:tc>
                <a:tc>
                  <a:txBody>
                    <a:bodyPr/>
                    <a:lstStyle/>
                    <a:p>
                      <a:pPr indent="0" lvl="0" marL="0" marR="0" rtl="0" algn="r">
                        <a:spcBef>
                          <a:spcPts val="0"/>
                        </a:spcBef>
                        <a:spcAft>
                          <a:spcPts val="0"/>
                        </a:spcAft>
                        <a:buClr>
                          <a:schemeClr val="dk1"/>
                        </a:buClr>
                        <a:buSzPts val="1800"/>
                        <a:buFont typeface="Libre Franklin"/>
                        <a:buNone/>
                      </a:pPr>
                      <a:r>
                        <a:rPr lang="en-US" sz="1800" u="none" cap="none" strike="noStrike"/>
                        <a:t>20.00%</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8D8D8"/>
                    </a:solidFill>
                  </a:tcPr>
                </a:tc>
              </a:tr>
              <a:tr h="228600">
                <a:tc>
                  <a:txBody>
                    <a:bodyPr/>
                    <a:lstStyle/>
                    <a:p>
                      <a:pPr indent="0" lvl="0" marL="0" marR="0" rtl="0" algn="l">
                        <a:spcBef>
                          <a:spcPts val="0"/>
                        </a:spcBef>
                        <a:spcAft>
                          <a:spcPts val="0"/>
                        </a:spcAft>
                        <a:buClr>
                          <a:schemeClr val="dk1"/>
                        </a:buClr>
                        <a:buSzPts val="1800"/>
                        <a:buFont typeface="Libre Franklin"/>
                        <a:buNone/>
                      </a:pPr>
                      <a:r>
                        <a:rPr lang="en-US" sz="1800" u="none" cap="none" strike="noStrike"/>
                        <a:t>GS</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8D8D8"/>
                    </a:solidFill>
                  </a:tcPr>
                </a:tc>
                <a:tc>
                  <a:txBody>
                    <a:bodyPr/>
                    <a:lstStyle/>
                    <a:p>
                      <a:pPr indent="0" lvl="0" marL="0" marR="0" rtl="0" algn="r">
                        <a:spcBef>
                          <a:spcPts val="0"/>
                        </a:spcBef>
                        <a:spcAft>
                          <a:spcPts val="0"/>
                        </a:spcAft>
                        <a:buClr>
                          <a:schemeClr val="dk1"/>
                        </a:buClr>
                        <a:buSzPts val="1800"/>
                        <a:buFont typeface="Libre Franklin"/>
                        <a:buNone/>
                      </a:pPr>
                      <a:r>
                        <a:rPr lang="en-US" sz="1800" u="none" cap="none" strike="noStrike"/>
                        <a:t>20.00%</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8D8D8"/>
                    </a:solidFill>
                  </a:tcPr>
                </a:tc>
              </a:tr>
              <a:tr h="228600">
                <a:tc>
                  <a:txBody>
                    <a:bodyPr/>
                    <a:lstStyle/>
                    <a:p>
                      <a:pPr indent="0" lvl="0" marL="0" marR="0" rtl="0" algn="l">
                        <a:spcBef>
                          <a:spcPts val="0"/>
                        </a:spcBef>
                        <a:spcAft>
                          <a:spcPts val="0"/>
                        </a:spcAft>
                        <a:buClr>
                          <a:schemeClr val="dk1"/>
                        </a:buClr>
                        <a:buSzPts val="1800"/>
                        <a:buFont typeface="Libre Franklin"/>
                        <a:buNone/>
                      </a:pPr>
                      <a:r>
                        <a:rPr lang="en-US" sz="1800" u="none" cap="none" strike="noStrike"/>
                        <a:t>META</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8D8D8"/>
                    </a:solidFill>
                  </a:tcPr>
                </a:tc>
                <a:tc>
                  <a:txBody>
                    <a:bodyPr/>
                    <a:lstStyle/>
                    <a:p>
                      <a:pPr indent="0" lvl="0" marL="0" marR="0" rtl="0" algn="r">
                        <a:spcBef>
                          <a:spcPts val="0"/>
                        </a:spcBef>
                        <a:spcAft>
                          <a:spcPts val="0"/>
                        </a:spcAft>
                        <a:buClr>
                          <a:schemeClr val="dk1"/>
                        </a:buClr>
                        <a:buSzPts val="1800"/>
                        <a:buFont typeface="Libre Franklin"/>
                        <a:buNone/>
                      </a:pPr>
                      <a:r>
                        <a:rPr lang="en-US" sz="1800" u="none" cap="none" strike="noStrike"/>
                        <a:t>20.00%</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8D8D8"/>
                    </a:solidFill>
                  </a:tcPr>
                </a:tc>
              </a:tr>
              <a:tr h="228600">
                <a:tc>
                  <a:txBody>
                    <a:bodyPr/>
                    <a:lstStyle/>
                    <a:p>
                      <a:pPr indent="0" lvl="0" marL="0" marR="0" rtl="0" algn="l">
                        <a:spcBef>
                          <a:spcPts val="0"/>
                        </a:spcBef>
                        <a:spcAft>
                          <a:spcPts val="0"/>
                        </a:spcAft>
                        <a:buClr>
                          <a:schemeClr val="dk1"/>
                        </a:buClr>
                        <a:buSzPts val="1800"/>
                        <a:buFont typeface="Libre Franklin"/>
                        <a:buNone/>
                      </a:pPr>
                      <a:r>
                        <a:rPr lang="en-US" sz="1800" u="none" cap="none" strike="noStrike"/>
                        <a:t>WMT</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8D8D8"/>
                    </a:solidFill>
                  </a:tcPr>
                </a:tc>
                <a:tc>
                  <a:txBody>
                    <a:bodyPr/>
                    <a:lstStyle/>
                    <a:p>
                      <a:pPr indent="0" lvl="0" marL="0" marR="0" rtl="0" algn="r">
                        <a:spcBef>
                          <a:spcPts val="0"/>
                        </a:spcBef>
                        <a:spcAft>
                          <a:spcPts val="0"/>
                        </a:spcAft>
                        <a:buClr>
                          <a:schemeClr val="dk1"/>
                        </a:buClr>
                        <a:buSzPts val="1800"/>
                        <a:buFont typeface="Libre Franklin"/>
                        <a:buNone/>
                      </a:pPr>
                      <a:r>
                        <a:rPr lang="en-US" sz="1800" u="none" cap="none" strike="noStrike"/>
                        <a:t>19.56%</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8D8D8"/>
                    </a:solidFill>
                  </a:tcPr>
                </a:tc>
              </a:tr>
              <a:tr h="228600">
                <a:tc>
                  <a:txBody>
                    <a:bodyPr/>
                    <a:lstStyle/>
                    <a:p>
                      <a:pPr indent="0" lvl="0" marL="0" marR="0" rtl="0" algn="l">
                        <a:spcBef>
                          <a:spcPts val="0"/>
                        </a:spcBef>
                        <a:spcAft>
                          <a:spcPts val="0"/>
                        </a:spcAft>
                        <a:buClr>
                          <a:schemeClr val="dk1"/>
                        </a:buClr>
                        <a:buSzPts val="1800"/>
                        <a:buFont typeface="Libre Franklin"/>
                        <a:buNone/>
                      </a:pPr>
                      <a:r>
                        <a:rPr lang="en-US" sz="1800" u="none" cap="none" strike="noStrike"/>
                        <a:t>GOOG</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8D8D8"/>
                    </a:solidFill>
                  </a:tcPr>
                </a:tc>
                <a:tc>
                  <a:txBody>
                    <a:bodyPr/>
                    <a:lstStyle/>
                    <a:p>
                      <a:pPr indent="0" lvl="0" marL="0" marR="0" rtl="0" algn="r">
                        <a:spcBef>
                          <a:spcPts val="0"/>
                        </a:spcBef>
                        <a:spcAft>
                          <a:spcPts val="0"/>
                        </a:spcAft>
                        <a:buClr>
                          <a:schemeClr val="dk1"/>
                        </a:buClr>
                        <a:buSzPts val="1800"/>
                        <a:buFont typeface="Libre Franklin"/>
                        <a:buNone/>
                      </a:pPr>
                      <a:r>
                        <a:rPr lang="en-US" sz="1800" u="none" cap="none" strike="noStrike"/>
                        <a:t>13.40%</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8D8D8"/>
                    </a:solidFill>
                  </a:tcPr>
                </a:tc>
              </a:tr>
              <a:tr h="228600">
                <a:tc>
                  <a:txBody>
                    <a:bodyPr/>
                    <a:lstStyle/>
                    <a:p>
                      <a:pPr indent="0" lvl="0" marL="0" marR="0" rtl="0" algn="l">
                        <a:spcBef>
                          <a:spcPts val="0"/>
                        </a:spcBef>
                        <a:spcAft>
                          <a:spcPts val="0"/>
                        </a:spcAft>
                        <a:buClr>
                          <a:schemeClr val="dk1"/>
                        </a:buClr>
                        <a:buSzPts val="1800"/>
                        <a:buFont typeface="Libre Franklin"/>
                        <a:buNone/>
                      </a:pPr>
                      <a:r>
                        <a:rPr lang="en-US" sz="1800" u="none" cap="none" strike="noStrike"/>
                        <a:t>BAC</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8D8D8"/>
                    </a:solidFill>
                  </a:tcPr>
                </a:tc>
                <a:tc>
                  <a:txBody>
                    <a:bodyPr/>
                    <a:lstStyle/>
                    <a:p>
                      <a:pPr indent="0" lvl="0" marL="0" marR="0" rtl="0" algn="r">
                        <a:spcBef>
                          <a:spcPts val="0"/>
                        </a:spcBef>
                        <a:spcAft>
                          <a:spcPts val="0"/>
                        </a:spcAft>
                        <a:buClr>
                          <a:schemeClr val="dk1"/>
                        </a:buClr>
                        <a:buSzPts val="1800"/>
                        <a:buFont typeface="Libre Franklin"/>
                        <a:buNone/>
                      </a:pPr>
                      <a:r>
                        <a:rPr lang="en-US" sz="1800" u="none" cap="none" strike="noStrike"/>
                        <a:t>7.04%</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8D8D8"/>
                    </a:solidFill>
                  </a:tcPr>
                </a:tc>
              </a:tr>
              <a:tr h="228600">
                <a:tc>
                  <a:txBody>
                    <a:bodyPr/>
                    <a:lstStyle/>
                    <a:p>
                      <a:pPr indent="0" lvl="0" marL="0" marR="0" rtl="0" algn="l">
                        <a:spcBef>
                          <a:spcPts val="0"/>
                        </a:spcBef>
                        <a:spcAft>
                          <a:spcPts val="0"/>
                        </a:spcAft>
                        <a:buClr>
                          <a:schemeClr val="dk1"/>
                        </a:buClr>
                        <a:buSzPts val="1800"/>
                        <a:buFont typeface="Libre Franklin"/>
                        <a:buNone/>
                      </a:pPr>
                      <a:r>
                        <a:rPr lang="en-US" sz="1800" u="none" cap="none" strike="noStrike"/>
                        <a:t>LLY, MRK, AAPL, XOM</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8D8D8"/>
                    </a:solidFill>
                  </a:tcPr>
                </a:tc>
                <a:tc>
                  <a:txBody>
                    <a:bodyPr/>
                    <a:lstStyle/>
                    <a:p>
                      <a:pPr indent="0" lvl="0" marL="0" marR="0" rtl="0" algn="r">
                        <a:spcBef>
                          <a:spcPts val="0"/>
                        </a:spcBef>
                        <a:spcAft>
                          <a:spcPts val="0"/>
                        </a:spcAft>
                        <a:buClr>
                          <a:schemeClr val="dk1"/>
                        </a:buClr>
                        <a:buSzPts val="1800"/>
                        <a:buFont typeface="Libre Franklin"/>
                        <a:buNone/>
                      </a:pPr>
                      <a:r>
                        <a:rPr lang="en-US" sz="1800" u="none" cap="none" strike="noStrike"/>
                        <a:t>0.00%</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8D8D8"/>
                    </a:solidFill>
                  </a:tcPr>
                </a:tc>
              </a:tr>
            </a:tbl>
          </a:graphicData>
        </a:graphic>
      </p:graphicFrame>
      <p:sp>
        <p:nvSpPr>
          <p:cNvPr id="121" name="Google Shape;121;p3"/>
          <p:cNvSpPr txBox="1"/>
          <p:nvPr/>
        </p:nvSpPr>
        <p:spPr>
          <a:xfrm>
            <a:off x="581025" y="1538859"/>
            <a:ext cx="746351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Calibri"/>
                <a:ea typeface="Calibri"/>
                <a:cs typeface="Calibri"/>
                <a:sym typeface="Calibri"/>
              </a:rPr>
              <a:t>The constrained Kelly portfolio was concentrated in a few assets</a:t>
            </a:r>
            <a:endParaRPr/>
          </a:p>
        </p:txBody>
      </p:sp>
      <p:sp>
        <p:nvSpPr>
          <p:cNvPr id="122" name="Google Shape;122;p3"/>
          <p:cNvSpPr txBox="1"/>
          <p:nvPr/>
        </p:nvSpPr>
        <p:spPr>
          <a:xfrm>
            <a:off x="7511142" y="2830768"/>
            <a:ext cx="3581400" cy="2119042"/>
          </a:xfrm>
          <a:prstGeom prst="rect">
            <a:avLst/>
          </a:prstGeom>
          <a:solidFill>
            <a:schemeClr val="accent1"/>
          </a:solid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lang="en-US" sz="1800">
                <a:solidFill>
                  <a:schemeClr val="dk1"/>
                </a:solidFill>
                <a:latin typeface="Calibri"/>
                <a:ea typeface="Calibri"/>
                <a:cs typeface="Calibri"/>
                <a:sym typeface="Calibri"/>
              </a:rPr>
              <a:t>This means the model excluded four assets completely. That is not automatically wrong, but it shows sensitivity to the estimated return and covariance structure.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4"/>
          <p:cNvSpPr txBox="1"/>
          <p:nvPr>
            <p:ph type="title"/>
          </p:nvPr>
        </p:nvSpPr>
        <p:spPr>
          <a:xfrm>
            <a:off x="581192" y="702156"/>
            <a:ext cx="11029616" cy="60413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3F3F3F"/>
              </a:buClr>
              <a:buSzPts val="2800"/>
              <a:buFont typeface="Franklin Gothic"/>
              <a:buNone/>
            </a:pPr>
            <a:r>
              <a:rPr lang="en-US"/>
              <a:t>HOW THE METHODS ADDRESSED THE PROBLEM</a:t>
            </a:r>
            <a:endParaRPr/>
          </a:p>
        </p:txBody>
      </p:sp>
      <p:sp>
        <p:nvSpPr>
          <p:cNvPr id="128" name="Google Shape;128;p4"/>
          <p:cNvSpPr txBox="1"/>
          <p:nvPr>
            <p:ph idx="1" type="body"/>
          </p:nvPr>
        </p:nvSpPr>
        <p:spPr>
          <a:xfrm>
            <a:off x="581191" y="1807027"/>
            <a:ext cx="11029615" cy="1545771"/>
          </a:xfrm>
          <a:prstGeom prst="rect">
            <a:avLst/>
          </a:prstGeom>
          <a:noFill/>
          <a:ln>
            <a:noFill/>
          </a:ln>
        </p:spPr>
        <p:txBody>
          <a:bodyPr anchorCtr="0" anchor="ctr" bIns="45700" lIns="91425" spcFirstLastPara="1" rIns="91425" wrap="square" tIns="45700">
            <a:normAutofit/>
          </a:bodyPr>
          <a:lstStyle/>
          <a:p>
            <a:pPr indent="-306000" lvl="0" marL="306000" rtl="0" algn="l">
              <a:lnSpc>
                <a:spcPct val="110000"/>
              </a:lnSpc>
              <a:spcBef>
                <a:spcPts val="0"/>
              </a:spcBef>
              <a:spcAft>
                <a:spcPts val="0"/>
              </a:spcAft>
              <a:buSzPts val="1656"/>
              <a:buChar char="◼"/>
            </a:pPr>
            <a:r>
              <a:rPr lang="en-US" sz="1800">
                <a:latin typeface="Calibri"/>
                <a:ea typeface="Calibri"/>
                <a:cs typeface="Calibri"/>
                <a:sym typeface="Calibri"/>
              </a:rPr>
              <a:t>Denoising reduced random noise in the correlation matrix.</a:t>
            </a:r>
            <a:endParaRPr/>
          </a:p>
          <a:p>
            <a:pPr indent="-306000" lvl="0" marL="306000" rtl="0" algn="l">
              <a:lnSpc>
                <a:spcPct val="110000"/>
              </a:lnSpc>
              <a:spcBef>
                <a:spcPts val="960"/>
              </a:spcBef>
              <a:spcAft>
                <a:spcPts val="0"/>
              </a:spcAft>
              <a:buSzPts val="1656"/>
              <a:buChar char="◼"/>
            </a:pPr>
            <a:r>
              <a:rPr lang="en-US" sz="1800">
                <a:latin typeface="Calibri"/>
                <a:ea typeface="Calibri"/>
                <a:cs typeface="Calibri"/>
                <a:sym typeface="Calibri"/>
              </a:rPr>
              <a:t>Detoning removed the dominant market factor so that the model could focus more on diversifiable relationships.</a:t>
            </a:r>
            <a:endParaRPr/>
          </a:p>
          <a:p>
            <a:pPr indent="-306000" lvl="0" marL="306000" rtl="0" algn="l">
              <a:lnSpc>
                <a:spcPct val="110000"/>
              </a:lnSpc>
              <a:spcBef>
                <a:spcPts val="960"/>
              </a:spcBef>
              <a:spcAft>
                <a:spcPts val="0"/>
              </a:spcAft>
              <a:buSzPts val="1656"/>
              <a:buChar char="◼"/>
            </a:pPr>
            <a:r>
              <a:rPr lang="en-US" sz="1800">
                <a:latin typeface="Calibri"/>
                <a:ea typeface="Calibri"/>
                <a:cs typeface="Calibri"/>
                <a:sym typeface="Calibri"/>
              </a:rPr>
              <a:t>HRP allocated capital through clusters instead of relying on direct covariance matrix inversion.</a:t>
            </a:r>
            <a:endParaRPr/>
          </a:p>
          <a:p>
            <a:pPr indent="-200844" lvl="0" marL="306000" rtl="0" algn="l">
              <a:lnSpc>
                <a:spcPct val="110000"/>
              </a:lnSpc>
              <a:spcBef>
                <a:spcPts val="960"/>
              </a:spcBef>
              <a:spcAft>
                <a:spcPts val="0"/>
              </a:spcAft>
              <a:buSzPts val="1656"/>
              <a:buNone/>
            </a:pPr>
            <a:r>
              <a:t/>
            </a:r>
            <a:endParaRPr sz="1800">
              <a:latin typeface="Calibri"/>
              <a:ea typeface="Calibri"/>
              <a:cs typeface="Calibri"/>
              <a:sym typeface="Calibri"/>
            </a:endParaRPr>
          </a:p>
        </p:txBody>
      </p:sp>
      <p:sp>
        <p:nvSpPr>
          <p:cNvPr id="129" name="Google Shape;129;p4"/>
          <p:cNvSpPr txBox="1"/>
          <p:nvPr/>
        </p:nvSpPr>
        <p:spPr>
          <a:xfrm>
            <a:off x="1897740" y="4985657"/>
            <a:ext cx="826225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This made the final portfolio more diversified and less sensitive to noisy estimates.</a:t>
            </a:r>
            <a:endParaRPr/>
          </a:p>
        </p:txBody>
      </p:sp>
      <p:grpSp>
        <p:nvGrpSpPr>
          <p:cNvPr id="130" name="Google Shape;130;p4"/>
          <p:cNvGrpSpPr/>
          <p:nvPr/>
        </p:nvGrpSpPr>
        <p:grpSpPr>
          <a:xfrm>
            <a:off x="2035966" y="3533237"/>
            <a:ext cx="8120062" cy="738187"/>
            <a:chOff x="3968" y="180830"/>
            <a:chExt cx="8120062" cy="738187"/>
          </a:xfrm>
        </p:grpSpPr>
        <p:sp>
          <p:nvSpPr>
            <p:cNvPr id="131" name="Google Shape;131;p4"/>
            <p:cNvSpPr/>
            <p:nvPr/>
          </p:nvSpPr>
          <p:spPr>
            <a:xfrm>
              <a:off x="3968" y="180830"/>
              <a:ext cx="1230312" cy="738187"/>
            </a:xfrm>
            <a:prstGeom prst="roundRect">
              <a:avLst>
                <a:gd fmla="val 10000" name="adj"/>
              </a:avLst>
            </a:prstGeom>
            <a:solidFill>
              <a:srgbClr val="19ACE4"/>
            </a:solidFill>
            <a:ln cap="rnd" cmpd="sng" w="222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4"/>
            <p:cNvSpPr txBox="1"/>
            <p:nvPr/>
          </p:nvSpPr>
          <p:spPr>
            <a:xfrm>
              <a:off x="25589" y="202451"/>
              <a:ext cx="1187070" cy="694945"/>
            </a:xfrm>
            <a:prstGeom prst="rect">
              <a:avLst/>
            </a:prstGeom>
            <a:noFill/>
            <a:ln>
              <a:noFill/>
            </a:ln>
          </p:spPr>
          <p:txBody>
            <a:bodyPr anchorCtr="0" anchor="ctr" bIns="64750" lIns="64750" spcFirstLastPara="1" rIns="64750" wrap="square" tIns="64750">
              <a:noAutofit/>
            </a:bodyPr>
            <a:lstStyle/>
            <a:p>
              <a:pPr indent="0" lvl="0" marL="0" marR="0" rtl="0" algn="ctr">
                <a:lnSpc>
                  <a:spcPct val="90000"/>
                </a:lnSpc>
                <a:spcBef>
                  <a:spcPts val="0"/>
                </a:spcBef>
                <a:spcAft>
                  <a:spcPts val="0"/>
                </a:spcAft>
                <a:buClr>
                  <a:schemeClr val="dk1"/>
                </a:buClr>
                <a:buSzPts val="1700"/>
                <a:buFont typeface="Calibri"/>
                <a:buNone/>
              </a:pPr>
              <a:r>
                <a:rPr b="1" lang="en-US" sz="1700">
                  <a:solidFill>
                    <a:schemeClr val="dk1"/>
                  </a:solidFill>
                  <a:latin typeface="Calibri"/>
                  <a:ea typeface="Calibri"/>
                  <a:cs typeface="Calibri"/>
                  <a:sym typeface="Calibri"/>
                </a:rPr>
                <a:t>Returns</a:t>
              </a:r>
              <a:endParaRPr/>
            </a:p>
          </p:txBody>
        </p:sp>
        <p:sp>
          <p:nvSpPr>
            <p:cNvPr id="133" name="Google Shape;133;p4"/>
            <p:cNvSpPr/>
            <p:nvPr/>
          </p:nvSpPr>
          <p:spPr>
            <a:xfrm>
              <a:off x="1357312" y="397365"/>
              <a:ext cx="260826" cy="305117"/>
            </a:xfrm>
            <a:prstGeom prst="rightArrow">
              <a:avLst>
                <a:gd fmla="val 60000" name="adj1"/>
                <a:gd fmla="val 50000" name="adj2"/>
              </a:avLst>
            </a:prstGeom>
            <a:solidFill>
              <a:srgbClr val="A7D2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4"/>
            <p:cNvSpPr txBox="1"/>
            <p:nvPr/>
          </p:nvSpPr>
          <p:spPr>
            <a:xfrm>
              <a:off x="1357312" y="458388"/>
              <a:ext cx="182578" cy="183071"/>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1700"/>
                <a:buFont typeface="Libre Franklin"/>
                <a:buNone/>
              </a:pPr>
              <a:r>
                <a:t/>
              </a:r>
              <a:endParaRPr sz="1700">
                <a:solidFill>
                  <a:schemeClr val="lt1"/>
                </a:solidFill>
                <a:latin typeface="Calibri"/>
                <a:ea typeface="Calibri"/>
                <a:cs typeface="Calibri"/>
                <a:sym typeface="Calibri"/>
              </a:endParaRPr>
            </a:p>
          </p:txBody>
        </p:sp>
        <p:sp>
          <p:nvSpPr>
            <p:cNvPr id="135" name="Google Shape;135;p4"/>
            <p:cNvSpPr/>
            <p:nvPr/>
          </p:nvSpPr>
          <p:spPr>
            <a:xfrm>
              <a:off x="1726406" y="180830"/>
              <a:ext cx="1230312" cy="738187"/>
            </a:xfrm>
            <a:prstGeom prst="roundRect">
              <a:avLst>
                <a:gd fmla="val 10000" name="adj"/>
              </a:avLst>
            </a:prstGeom>
            <a:solidFill>
              <a:srgbClr val="19ACE4"/>
            </a:solidFill>
            <a:ln cap="rnd" cmpd="sng" w="222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4"/>
            <p:cNvSpPr txBox="1"/>
            <p:nvPr/>
          </p:nvSpPr>
          <p:spPr>
            <a:xfrm>
              <a:off x="1748027" y="202451"/>
              <a:ext cx="1187070" cy="694945"/>
            </a:xfrm>
            <a:prstGeom prst="rect">
              <a:avLst/>
            </a:prstGeom>
            <a:noFill/>
            <a:ln>
              <a:noFill/>
            </a:ln>
          </p:spPr>
          <p:txBody>
            <a:bodyPr anchorCtr="0" anchor="ctr" bIns="64750" lIns="64750" spcFirstLastPara="1" rIns="64750" wrap="square" tIns="64750">
              <a:noAutofit/>
            </a:bodyPr>
            <a:lstStyle/>
            <a:p>
              <a:pPr indent="0" lvl="0" marL="0" marR="0" rtl="0" algn="ctr">
                <a:lnSpc>
                  <a:spcPct val="90000"/>
                </a:lnSpc>
                <a:spcBef>
                  <a:spcPts val="0"/>
                </a:spcBef>
                <a:spcAft>
                  <a:spcPts val="0"/>
                </a:spcAft>
                <a:buClr>
                  <a:schemeClr val="dk1"/>
                </a:buClr>
                <a:buSzPts val="1700"/>
                <a:buFont typeface="Calibri"/>
                <a:buNone/>
              </a:pPr>
              <a:r>
                <a:rPr b="1" lang="en-US" sz="1700">
                  <a:solidFill>
                    <a:schemeClr val="dk1"/>
                  </a:solidFill>
                  <a:latin typeface="Calibri"/>
                  <a:ea typeface="Calibri"/>
                  <a:cs typeface="Calibri"/>
                  <a:sym typeface="Calibri"/>
                </a:rPr>
                <a:t>Correlation Matrix</a:t>
              </a:r>
              <a:endParaRPr/>
            </a:p>
          </p:txBody>
        </p:sp>
        <p:sp>
          <p:nvSpPr>
            <p:cNvPr id="137" name="Google Shape;137;p4"/>
            <p:cNvSpPr/>
            <p:nvPr/>
          </p:nvSpPr>
          <p:spPr>
            <a:xfrm>
              <a:off x="3079750" y="397365"/>
              <a:ext cx="260826" cy="305117"/>
            </a:xfrm>
            <a:prstGeom prst="rightArrow">
              <a:avLst>
                <a:gd fmla="val 60000" name="adj1"/>
                <a:gd fmla="val 50000" name="adj2"/>
              </a:avLst>
            </a:prstGeom>
            <a:solidFill>
              <a:srgbClr val="A7D2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4"/>
            <p:cNvSpPr txBox="1"/>
            <p:nvPr/>
          </p:nvSpPr>
          <p:spPr>
            <a:xfrm>
              <a:off x="3079750" y="458388"/>
              <a:ext cx="182578" cy="183071"/>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1700"/>
                <a:buFont typeface="Libre Franklin"/>
                <a:buNone/>
              </a:pPr>
              <a:r>
                <a:t/>
              </a:r>
              <a:endParaRPr sz="1700">
                <a:solidFill>
                  <a:schemeClr val="lt1"/>
                </a:solidFill>
                <a:latin typeface="Calibri"/>
                <a:ea typeface="Calibri"/>
                <a:cs typeface="Calibri"/>
                <a:sym typeface="Calibri"/>
              </a:endParaRPr>
            </a:p>
          </p:txBody>
        </p:sp>
        <p:sp>
          <p:nvSpPr>
            <p:cNvPr id="139" name="Google Shape;139;p4"/>
            <p:cNvSpPr/>
            <p:nvPr/>
          </p:nvSpPr>
          <p:spPr>
            <a:xfrm>
              <a:off x="3448843" y="180830"/>
              <a:ext cx="1230312" cy="738187"/>
            </a:xfrm>
            <a:prstGeom prst="roundRect">
              <a:avLst>
                <a:gd fmla="val 10000" name="adj"/>
              </a:avLst>
            </a:prstGeom>
            <a:solidFill>
              <a:srgbClr val="19ACE4"/>
            </a:solidFill>
            <a:ln cap="rnd" cmpd="sng" w="222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4"/>
            <p:cNvSpPr txBox="1"/>
            <p:nvPr/>
          </p:nvSpPr>
          <p:spPr>
            <a:xfrm>
              <a:off x="3470464" y="202451"/>
              <a:ext cx="1187070" cy="694945"/>
            </a:xfrm>
            <a:prstGeom prst="rect">
              <a:avLst/>
            </a:prstGeom>
            <a:noFill/>
            <a:ln>
              <a:noFill/>
            </a:ln>
          </p:spPr>
          <p:txBody>
            <a:bodyPr anchorCtr="0" anchor="ctr" bIns="64750" lIns="64750" spcFirstLastPara="1" rIns="64750" wrap="square" tIns="64750">
              <a:noAutofit/>
            </a:bodyPr>
            <a:lstStyle/>
            <a:p>
              <a:pPr indent="0" lvl="0" marL="0" marR="0" rtl="0" algn="ctr">
                <a:lnSpc>
                  <a:spcPct val="90000"/>
                </a:lnSpc>
                <a:spcBef>
                  <a:spcPts val="0"/>
                </a:spcBef>
                <a:spcAft>
                  <a:spcPts val="0"/>
                </a:spcAft>
                <a:buClr>
                  <a:schemeClr val="dk1"/>
                </a:buClr>
                <a:buSzPts val="1700"/>
                <a:buFont typeface="Calibri"/>
                <a:buNone/>
              </a:pPr>
              <a:r>
                <a:rPr b="1" lang="en-US" sz="1700">
                  <a:solidFill>
                    <a:schemeClr val="dk1"/>
                  </a:solidFill>
                  <a:latin typeface="Calibri"/>
                  <a:ea typeface="Calibri"/>
                  <a:cs typeface="Calibri"/>
                  <a:sym typeface="Calibri"/>
                </a:rPr>
                <a:t>Denoising</a:t>
              </a:r>
              <a:endParaRPr/>
            </a:p>
          </p:txBody>
        </p:sp>
        <p:sp>
          <p:nvSpPr>
            <p:cNvPr id="141" name="Google Shape;141;p4"/>
            <p:cNvSpPr/>
            <p:nvPr/>
          </p:nvSpPr>
          <p:spPr>
            <a:xfrm>
              <a:off x="4802187" y="397365"/>
              <a:ext cx="260826" cy="305117"/>
            </a:xfrm>
            <a:prstGeom prst="rightArrow">
              <a:avLst>
                <a:gd fmla="val 60000" name="adj1"/>
                <a:gd fmla="val 50000" name="adj2"/>
              </a:avLst>
            </a:prstGeom>
            <a:solidFill>
              <a:srgbClr val="A7D2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4"/>
            <p:cNvSpPr txBox="1"/>
            <p:nvPr/>
          </p:nvSpPr>
          <p:spPr>
            <a:xfrm>
              <a:off x="4802187" y="458388"/>
              <a:ext cx="182578" cy="183071"/>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1700"/>
                <a:buFont typeface="Libre Franklin"/>
                <a:buNone/>
              </a:pPr>
              <a:r>
                <a:t/>
              </a:r>
              <a:endParaRPr sz="1700">
                <a:solidFill>
                  <a:schemeClr val="lt1"/>
                </a:solidFill>
                <a:latin typeface="Calibri"/>
                <a:ea typeface="Calibri"/>
                <a:cs typeface="Calibri"/>
                <a:sym typeface="Calibri"/>
              </a:endParaRPr>
            </a:p>
          </p:txBody>
        </p:sp>
        <p:sp>
          <p:nvSpPr>
            <p:cNvPr id="143" name="Google Shape;143;p4"/>
            <p:cNvSpPr/>
            <p:nvPr/>
          </p:nvSpPr>
          <p:spPr>
            <a:xfrm>
              <a:off x="5171281" y="180830"/>
              <a:ext cx="1230312" cy="738187"/>
            </a:xfrm>
            <a:prstGeom prst="roundRect">
              <a:avLst>
                <a:gd fmla="val 10000" name="adj"/>
              </a:avLst>
            </a:prstGeom>
            <a:solidFill>
              <a:srgbClr val="19ACE4"/>
            </a:solidFill>
            <a:ln cap="rnd" cmpd="sng" w="222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4"/>
            <p:cNvSpPr txBox="1"/>
            <p:nvPr/>
          </p:nvSpPr>
          <p:spPr>
            <a:xfrm>
              <a:off x="5192902" y="202451"/>
              <a:ext cx="1187070" cy="694945"/>
            </a:xfrm>
            <a:prstGeom prst="rect">
              <a:avLst/>
            </a:prstGeom>
            <a:noFill/>
            <a:ln>
              <a:noFill/>
            </a:ln>
          </p:spPr>
          <p:txBody>
            <a:bodyPr anchorCtr="0" anchor="ctr" bIns="64750" lIns="64750" spcFirstLastPara="1" rIns="64750" wrap="square" tIns="64750">
              <a:noAutofit/>
            </a:bodyPr>
            <a:lstStyle/>
            <a:p>
              <a:pPr indent="0" lvl="0" marL="0" marR="0" rtl="0" algn="ctr">
                <a:lnSpc>
                  <a:spcPct val="90000"/>
                </a:lnSpc>
                <a:spcBef>
                  <a:spcPts val="0"/>
                </a:spcBef>
                <a:spcAft>
                  <a:spcPts val="0"/>
                </a:spcAft>
                <a:buClr>
                  <a:schemeClr val="dk1"/>
                </a:buClr>
                <a:buSzPts val="1700"/>
                <a:buFont typeface="Calibri"/>
                <a:buNone/>
              </a:pPr>
              <a:r>
                <a:rPr b="1" lang="en-US" sz="1700">
                  <a:solidFill>
                    <a:schemeClr val="dk1"/>
                  </a:solidFill>
                  <a:latin typeface="Calibri"/>
                  <a:ea typeface="Calibri"/>
                  <a:cs typeface="Calibri"/>
                  <a:sym typeface="Calibri"/>
                </a:rPr>
                <a:t>Detoning</a:t>
              </a:r>
              <a:endParaRPr b="1" sz="1700">
                <a:solidFill>
                  <a:schemeClr val="dk1"/>
                </a:solidFill>
                <a:latin typeface="Calibri"/>
                <a:ea typeface="Calibri"/>
                <a:cs typeface="Calibri"/>
                <a:sym typeface="Calibri"/>
              </a:endParaRPr>
            </a:p>
          </p:txBody>
        </p:sp>
        <p:sp>
          <p:nvSpPr>
            <p:cNvPr id="145" name="Google Shape;145;p4"/>
            <p:cNvSpPr/>
            <p:nvPr/>
          </p:nvSpPr>
          <p:spPr>
            <a:xfrm>
              <a:off x="6524624" y="397365"/>
              <a:ext cx="260826" cy="305117"/>
            </a:xfrm>
            <a:prstGeom prst="rightArrow">
              <a:avLst>
                <a:gd fmla="val 60000" name="adj1"/>
                <a:gd fmla="val 50000" name="adj2"/>
              </a:avLst>
            </a:prstGeom>
            <a:solidFill>
              <a:srgbClr val="A7D2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4"/>
            <p:cNvSpPr txBox="1"/>
            <p:nvPr/>
          </p:nvSpPr>
          <p:spPr>
            <a:xfrm>
              <a:off x="6524624" y="458388"/>
              <a:ext cx="182578" cy="183071"/>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1700"/>
                <a:buFont typeface="Libre Franklin"/>
                <a:buNone/>
              </a:pPr>
              <a:r>
                <a:t/>
              </a:r>
              <a:endParaRPr sz="1700">
                <a:solidFill>
                  <a:schemeClr val="lt1"/>
                </a:solidFill>
                <a:latin typeface="Calibri"/>
                <a:ea typeface="Calibri"/>
                <a:cs typeface="Calibri"/>
                <a:sym typeface="Calibri"/>
              </a:endParaRPr>
            </a:p>
          </p:txBody>
        </p:sp>
        <p:sp>
          <p:nvSpPr>
            <p:cNvPr id="147" name="Google Shape;147;p4"/>
            <p:cNvSpPr/>
            <p:nvPr/>
          </p:nvSpPr>
          <p:spPr>
            <a:xfrm>
              <a:off x="6893718" y="180830"/>
              <a:ext cx="1230312" cy="738187"/>
            </a:xfrm>
            <a:prstGeom prst="roundRect">
              <a:avLst>
                <a:gd fmla="val 10000" name="adj"/>
              </a:avLst>
            </a:prstGeom>
            <a:solidFill>
              <a:srgbClr val="19ACE4"/>
            </a:solidFill>
            <a:ln cap="rnd" cmpd="sng" w="222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4"/>
            <p:cNvSpPr txBox="1"/>
            <p:nvPr/>
          </p:nvSpPr>
          <p:spPr>
            <a:xfrm>
              <a:off x="6915339" y="202451"/>
              <a:ext cx="1187070" cy="694945"/>
            </a:xfrm>
            <a:prstGeom prst="rect">
              <a:avLst/>
            </a:prstGeom>
            <a:noFill/>
            <a:ln>
              <a:noFill/>
            </a:ln>
          </p:spPr>
          <p:txBody>
            <a:bodyPr anchorCtr="0" anchor="ctr" bIns="64750" lIns="64750" spcFirstLastPara="1" rIns="64750" wrap="square" tIns="64750">
              <a:noAutofit/>
            </a:bodyPr>
            <a:lstStyle/>
            <a:p>
              <a:pPr indent="0" lvl="0" marL="0" marR="0" rtl="0" algn="ctr">
                <a:lnSpc>
                  <a:spcPct val="90000"/>
                </a:lnSpc>
                <a:spcBef>
                  <a:spcPts val="0"/>
                </a:spcBef>
                <a:spcAft>
                  <a:spcPts val="0"/>
                </a:spcAft>
                <a:buClr>
                  <a:schemeClr val="dk1"/>
                </a:buClr>
                <a:buSzPts val="1700"/>
                <a:buFont typeface="Calibri"/>
                <a:buNone/>
              </a:pPr>
              <a:r>
                <a:rPr b="1" lang="en-US" sz="1700">
                  <a:solidFill>
                    <a:schemeClr val="dk1"/>
                  </a:solidFill>
                  <a:latin typeface="Calibri"/>
                  <a:ea typeface="Calibri"/>
                  <a:cs typeface="Calibri"/>
                  <a:sym typeface="Calibri"/>
                </a:rPr>
                <a:t>HRP Allocation</a:t>
              </a: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2" name="Shape 152"/>
        <p:cNvGrpSpPr/>
        <p:nvPr/>
      </p:nvGrpSpPr>
      <p:grpSpPr>
        <a:xfrm>
          <a:off x="0" y="0"/>
          <a:ext cx="0" cy="0"/>
          <a:chOff x="0" y="0"/>
          <a:chExt cx="0" cy="0"/>
        </a:xfrm>
      </p:grpSpPr>
      <p:sp>
        <p:nvSpPr>
          <p:cNvPr id="153" name="Google Shape;153;p5"/>
          <p:cNvSpPr txBox="1"/>
          <p:nvPr>
            <p:ph type="title"/>
          </p:nvPr>
        </p:nvSpPr>
        <p:spPr>
          <a:xfrm>
            <a:off x="581192" y="702156"/>
            <a:ext cx="11029616" cy="702101"/>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1"/>
              </a:buClr>
              <a:buSzPts val="2800"/>
              <a:buFont typeface="Franklin Gothic"/>
              <a:buNone/>
            </a:pPr>
            <a:r>
              <a:rPr lang="en-US">
                <a:solidFill>
                  <a:schemeClr val="dk1"/>
                </a:solidFill>
              </a:rPr>
              <a:t>RESULTS AND CONCLUSION</a:t>
            </a:r>
            <a:endParaRPr/>
          </a:p>
        </p:txBody>
      </p:sp>
      <p:graphicFrame>
        <p:nvGraphicFramePr>
          <p:cNvPr id="154" name="Google Shape;154;p5"/>
          <p:cNvGraphicFramePr/>
          <p:nvPr/>
        </p:nvGraphicFramePr>
        <p:xfrm>
          <a:off x="1425416" y="1866979"/>
          <a:ext cx="3000000" cy="3000000"/>
        </p:xfrm>
        <a:graphic>
          <a:graphicData uri="http://schemas.openxmlformats.org/drawingml/2006/table">
            <a:tbl>
              <a:tblPr>
                <a:noFill/>
                <a:tableStyleId>{D16BF3A9-1E8E-42CA-A1AB-794DEC252B5E}</a:tableStyleId>
              </a:tblPr>
              <a:tblGrid>
                <a:gridCol w="1654850"/>
                <a:gridCol w="1279725"/>
                <a:gridCol w="1338275"/>
                <a:gridCol w="2094300"/>
                <a:gridCol w="1594900"/>
                <a:gridCol w="1379100"/>
              </a:tblGrid>
              <a:tr h="571850">
                <a:tc>
                  <a:txBody>
                    <a:bodyPr/>
                    <a:lstStyle/>
                    <a:p>
                      <a:pPr indent="0" lvl="0" marL="0" marR="0" rtl="0" algn="l">
                        <a:spcBef>
                          <a:spcPts val="0"/>
                        </a:spcBef>
                        <a:spcAft>
                          <a:spcPts val="0"/>
                        </a:spcAft>
                        <a:buClr>
                          <a:schemeClr val="lt1"/>
                        </a:buClr>
                        <a:buSzPts val="1700"/>
                        <a:buFont typeface="Libre Franklin"/>
                        <a:buNone/>
                      </a:pPr>
                      <a:r>
                        <a:rPr b="0" lang="en-US" sz="1700" u="none" cap="none" strike="noStrike">
                          <a:solidFill>
                            <a:schemeClr val="lt1"/>
                          </a:solidFill>
                        </a:rPr>
                        <a:t>Strategy</a:t>
                      </a:r>
                      <a:endParaRPr/>
                    </a:p>
                  </a:txBody>
                  <a:tcPr marT="142225" marB="71100" marR="142225" marL="142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accent1"/>
                    </a:solidFill>
                  </a:tcPr>
                </a:tc>
                <a:tc>
                  <a:txBody>
                    <a:bodyPr/>
                    <a:lstStyle/>
                    <a:p>
                      <a:pPr indent="0" lvl="0" marL="0" marR="0" rtl="0" algn="r">
                        <a:spcBef>
                          <a:spcPts val="0"/>
                        </a:spcBef>
                        <a:spcAft>
                          <a:spcPts val="0"/>
                        </a:spcAft>
                        <a:buClr>
                          <a:schemeClr val="lt1"/>
                        </a:buClr>
                        <a:buSzPts val="1700"/>
                        <a:buFont typeface="Libre Franklin"/>
                        <a:buNone/>
                      </a:pPr>
                      <a:r>
                        <a:rPr b="0" lang="en-US" sz="1700" u="none" cap="none" strike="noStrike">
                          <a:solidFill>
                            <a:schemeClr val="lt1"/>
                          </a:solidFill>
                        </a:rPr>
                        <a:t>Return</a:t>
                      </a:r>
                      <a:endParaRPr/>
                    </a:p>
                  </a:txBody>
                  <a:tcPr marT="142225" marB="71100" marR="142225" marL="142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accent1"/>
                    </a:solidFill>
                  </a:tcPr>
                </a:tc>
                <a:tc>
                  <a:txBody>
                    <a:bodyPr/>
                    <a:lstStyle/>
                    <a:p>
                      <a:pPr indent="0" lvl="0" marL="0" marR="0" rtl="0" algn="r">
                        <a:spcBef>
                          <a:spcPts val="0"/>
                        </a:spcBef>
                        <a:spcAft>
                          <a:spcPts val="0"/>
                        </a:spcAft>
                        <a:buClr>
                          <a:schemeClr val="lt1"/>
                        </a:buClr>
                        <a:buSzPts val="1700"/>
                        <a:buFont typeface="Libre Franklin"/>
                        <a:buNone/>
                      </a:pPr>
                      <a:r>
                        <a:rPr b="0" lang="en-US" sz="1700" u="none" cap="none" strike="noStrike">
                          <a:solidFill>
                            <a:schemeClr val="lt1"/>
                          </a:solidFill>
                        </a:rPr>
                        <a:t>Sharpe</a:t>
                      </a:r>
                      <a:endParaRPr/>
                    </a:p>
                  </a:txBody>
                  <a:tcPr marT="142225" marB="71100" marR="142225" marL="142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accent1"/>
                    </a:solidFill>
                  </a:tcPr>
                </a:tc>
                <a:tc>
                  <a:txBody>
                    <a:bodyPr/>
                    <a:lstStyle/>
                    <a:p>
                      <a:pPr indent="0" lvl="0" marL="0" marR="0" rtl="0" algn="r">
                        <a:spcBef>
                          <a:spcPts val="0"/>
                        </a:spcBef>
                        <a:spcAft>
                          <a:spcPts val="0"/>
                        </a:spcAft>
                        <a:buClr>
                          <a:schemeClr val="lt1"/>
                        </a:buClr>
                        <a:buSzPts val="1700"/>
                        <a:buFont typeface="Libre Franklin"/>
                        <a:buNone/>
                      </a:pPr>
                      <a:r>
                        <a:rPr b="0" lang="en-US" sz="1700" u="none" cap="none" strike="noStrike">
                          <a:solidFill>
                            <a:schemeClr val="lt1"/>
                          </a:solidFill>
                        </a:rPr>
                        <a:t>Max Drawdown</a:t>
                      </a:r>
                      <a:endParaRPr/>
                    </a:p>
                  </a:txBody>
                  <a:tcPr marT="142225" marB="71100" marR="142225" marL="142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accent1"/>
                    </a:solidFill>
                  </a:tcPr>
                </a:tc>
                <a:tc>
                  <a:txBody>
                    <a:bodyPr/>
                    <a:lstStyle/>
                    <a:p>
                      <a:pPr indent="0" lvl="0" marL="0" marR="0" rtl="0" algn="r">
                        <a:spcBef>
                          <a:spcPts val="0"/>
                        </a:spcBef>
                        <a:spcAft>
                          <a:spcPts val="0"/>
                        </a:spcAft>
                        <a:buClr>
                          <a:schemeClr val="lt1"/>
                        </a:buClr>
                        <a:buSzPts val="1700"/>
                        <a:buFont typeface="Libre Franklin"/>
                        <a:buNone/>
                      </a:pPr>
                      <a:r>
                        <a:rPr b="0" lang="en-US" sz="1700" u="none" cap="none" strike="noStrike">
                          <a:solidFill>
                            <a:schemeClr val="lt1"/>
                          </a:solidFill>
                        </a:rPr>
                        <a:t>95% cVaR</a:t>
                      </a:r>
                      <a:endParaRPr/>
                    </a:p>
                  </a:txBody>
                  <a:tcPr marT="142225" marB="71100" marR="142225" marL="142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accent1"/>
                    </a:solidFill>
                  </a:tcPr>
                </a:tc>
                <a:tc>
                  <a:txBody>
                    <a:bodyPr/>
                    <a:lstStyle/>
                    <a:p>
                      <a:pPr indent="0" lvl="0" marL="0" marR="0" rtl="0" algn="r">
                        <a:spcBef>
                          <a:spcPts val="0"/>
                        </a:spcBef>
                        <a:spcAft>
                          <a:spcPts val="0"/>
                        </a:spcAft>
                        <a:buClr>
                          <a:schemeClr val="lt1"/>
                        </a:buClr>
                        <a:buSzPts val="1700"/>
                        <a:buFont typeface="Libre Franklin"/>
                        <a:buNone/>
                      </a:pPr>
                      <a:r>
                        <a:rPr b="0" lang="en-US" sz="1700" u="none" cap="none" strike="noStrike">
                          <a:solidFill>
                            <a:schemeClr val="lt1"/>
                          </a:solidFill>
                        </a:rPr>
                        <a:t>Variance</a:t>
                      </a:r>
                      <a:endParaRPr/>
                    </a:p>
                  </a:txBody>
                  <a:tcPr marT="142225" marB="71100" marR="142225" marL="142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accent1"/>
                    </a:solidFill>
                  </a:tcPr>
                </a:tc>
              </a:tr>
              <a:tr h="519150">
                <a:tc>
                  <a:txBody>
                    <a:bodyPr/>
                    <a:lstStyle/>
                    <a:p>
                      <a:pPr indent="0" lvl="0" marL="0" marR="0" rtl="0" algn="l">
                        <a:spcBef>
                          <a:spcPts val="0"/>
                        </a:spcBef>
                        <a:spcAft>
                          <a:spcPts val="0"/>
                        </a:spcAft>
                        <a:buClr>
                          <a:schemeClr val="dk1"/>
                        </a:buClr>
                        <a:buSzPts val="1700"/>
                        <a:buFont typeface="Libre Franklin"/>
                        <a:buNone/>
                      </a:pPr>
                      <a:r>
                        <a:rPr lang="en-US" sz="1700" u="none" cap="none" strike="noStrike">
                          <a:solidFill>
                            <a:schemeClr val="dk1"/>
                          </a:solidFill>
                        </a:rPr>
                        <a:t>Constrained Kelly</a:t>
                      </a:r>
                      <a:endParaRPr/>
                    </a:p>
                  </a:txBody>
                  <a:tcPr marT="142225" marB="71100" marR="142225" marL="142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Clr>
                          <a:schemeClr val="dk1"/>
                        </a:buClr>
                        <a:buSzPts val="1700"/>
                        <a:buFont typeface="Libre Franklin"/>
                        <a:buNone/>
                      </a:pPr>
                      <a:r>
                        <a:rPr lang="en-US" sz="1700" u="none" cap="none" strike="noStrike">
                          <a:solidFill>
                            <a:schemeClr val="dk1"/>
                          </a:solidFill>
                        </a:rPr>
                        <a:t>7.46%</a:t>
                      </a:r>
                      <a:endParaRPr/>
                    </a:p>
                  </a:txBody>
                  <a:tcPr marT="142225" marB="71100" marR="142225" marL="142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Clr>
                          <a:schemeClr val="dk1"/>
                        </a:buClr>
                        <a:buSzPts val="1700"/>
                        <a:buFont typeface="Libre Franklin"/>
                        <a:buNone/>
                      </a:pPr>
                      <a:r>
                        <a:rPr lang="en-US" sz="1700" u="none" cap="none" strike="noStrike">
                          <a:solidFill>
                            <a:schemeClr val="dk1"/>
                          </a:solidFill>
                        </a:rPr>
                        <a:t>1.65</a:t>
                      </a:r>
                      <a:endParaRPr/>
                    </a:p>
                  </a:txBody>
                  <a:tcPr marT="142225" marB="71100" marR="142225" marL="142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Clr>
                          <a:schemeClr val="dk1"/>
                        </a:buClr>
                        <a:buSzPts val="1700"/>
                        <a:buFont typeface="Libre Franklin"/>
                        <a:buNone/>
                      </a:pPr>
                      <a:r>
                        <a:rPr lang="en-US" sz="1700" u="none" cap="none" strike="noStrike">
                          <a:solidFill>
                            <a:schemeClr val="dk1"/>
                          </a:solidFill>
                        </a:rPr>
                        <a:t>-6.86%</a:t>
                      </a:r>
                      <a:endParaRPr/>
                    </a:p>
                  </a:txBody>
                  <a:tcPr marT="142225" marB="71100" marR="142225" marL="142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Clr>
                          <a:schemeClr val="dk1"/>
                        </a:buClr>
                        <a:buSzPts val="1700"/>
                        <a:buFont typeface="Libre Franklin"/>
                        <a:buNone/>
                      </a:pPr>
                      <a:r>
                        <a:rPr lang="en-US" sz="1700" u="none" cap="none" strike="noStrike">
                          <a:solidFill>
                            <a:schemeClr val="dk1"/>
                          </a:solidFill>
                        </a:rPr>
                        <a:t>-2.45%</a:t>
                      </a:r>
                      <a:endParaRPr/>
                    </a:p>
                  </a:txBody>
                  <a:tcPr marT="142225" marB="71100" marR="142225" marL="142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Clr>
                          <a:schemeClr val="dk1"/>
                        </a:buClr>
                        <a:buSzPts val="1700"/>
                        <a:buFont typeface="Libre Franklin"/>
                        <a:buNone/>
                      </a:pPr>
                      <a:r>
                        <a:rPr lang="en-US" sz="1700" u="none" cap="none" strike="noStrike">
                          <a:solidFill>
                            <a:schemeClr val="dk1"/>
                          </a:solidFill>
                        </a:rPr>
                        <a:t>0.000135</a:t>
                      </a:r>
                      <a:endParaRPr/>
                    </a:p>
                  </a:txBody>
                  <a:tcPr marT="142225" marB="71100" marR="142225" marL="142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519150">
                <a:tc>
                  <a:txBody>
                    <a:bodyPr/>
                    <a:lstStyle/>
                    <a:p>
                      <a:pPr indent="0" lvl="0" marL="0" marR="0" rtl="0" algn="l">
                        <a:spcBef>
                          <a:spcPts val="0"/>
                        </a:spcBef>
                        <a:spcAft>
                          <a:spcPts val="0"/>
                        </a:spcAft>
                        <a:buClr>
                          <a:schemeClr val="dk1"/>
                        </a:buClr>
                        <a:buSzPts val="1700"/>
                        <a:buFont typeface="Libre Franklin"/>
                        <a:buNone/>
                      </a:pPr>
                      <a:r>
                        <a:rPr lang="en-US" sz="1700" u="none" cap="none" strike="noStrike">
                          <a:solidFill>
                            <a:schemeClr val="dk1"/>
                          </a:solidFill>
                        </a:rPr>
                        <a:t>Standard HRP</a:t>
                      </a:r>
                      <a:endParaRPr/>
                    </a:p>
                  </a:txBody>
                  <a:tcPr marT="142225" marB="71100" marR="142225" marL="142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2F2F2"/>
                    </a:solidFill>
                  </a:tcPr>
                </a:tc>
                <a:tc>
                  <a:txBody>
                    <a:bodyPr/>
                    <a:lstStyle/>
                    <a:p>
                      <a:pPr indent="0" lvl="0" marL="0" marR="0" rtl="0" algn="r">
                        <a:spcBef>
                          <a:spcPts val="0"/>
                        </a:spcBef>
                        <a:spcAft>
                          <a:spcPts val="0"/>
                        </a:spcAft>
                        <a:buClr>
                          <a:schemeClr val="dk1"/>
                        </a:buClr>
                        <a:buSzPts val="1700"/>
                        <a:buFont typeface="Libre Franklin"/>
                        <a:buNone/>
                      </a:pPr>
                      <a:r>
                        <a:rPr lang="en-US" sz="1700" u="none" cap="none" strike="noStrike">
                          <a:solidFill>
                            <a:schemeClr val="dk1"/>
                          </a:solidFill>
                        </a:rPr>
                        <a:t>9.80%</a:t>
                      </a:r>
                      <a:endParaRPr/>
                    </a:p>
                  </a:txBody>
                  <a:tcPr marT="142225" marB="71100" marR="142225" marL="142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2F2F2"/>
                    </a:solidFill>
                  </a:tcPr>
                </a:tc>
                <a:tc>
                  <a:txBody>
                    <a:bodyPr/>
                    <a:lstStyle/>
                    <a:p>
                      <a:pPr indent="0" lvl="0" marL="0" marR="0" rtl="0" algn="r">
                        <a:spcBef>
                          <a:spcPts val="0"/>
                        </a:spcBef>
                        <a:spcAft>
                          <a:spcPts val="0"/>
                        </a:spcAft>
                        <a:buClr>
                          <a:schemeClr val="dk1"/>
                        </a:buClr>
                        <a:buSzPts val="1700"/>
                        <a:buFont typeface="Libre Franklin"/>
                        <a:buNone/>
                      </a:pPr>
                      <a:r>
                        <a:rPr lang="en-US" sz="1700" u="none" cap="none" strike="noStrike">
                          <a:solidFill>
                            <a:schemeClr val="dk1"/>
                          </a:solidFill>
                        </a:rPr>
                        <a:t>2.48</a:t>
                      </a:r>
                      <a:endParaRPr/>
                    </a:p>
                  </a:txBody>
                  <a:tcPr marT="142225" marB="71100" marR="142225" marL="142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2F2F2"/>
                    </a:solidFill>
                  </a:tcPr>
                </a:tc>
                <a:tc>
                  <a:txBody>
                    <a:bodyPr/>
                    <a:lstStyle/>
                    <a:p>
                      <a:pPr indent="0" lvl="0" marL="0" marR="0" rtl="0" algn="r">
                        <a:spcBef>
                          <a:spcPts val="0"/>
                        </a:spcBef>
                        <a:spcAft>
                          <a:spcPts val="0"/>
                        </a:spcAft>
                        <a:buClr>
                          <a:schemeClr val="dk1"/>
                        </a:buClr>
                        <a:buSzPts val="1700"/>
                        <a:buFont typeface="Libre Franklin"/>
                        <a:buNone/>
                      </a:pPr>
                      <a:r>
                        <a:rPr lang="en-US" sz="1700" u="none" cap="none" strike="noStrike">
                          <a:solidFill>
                            <a:schemeClr val="dk1"/>
                          </a:solidFill>
                        </a:rPr>
                        <a:t>-3.94%</a:t>
                      </a:r>
                      <a:endParaRPr/>
                    </a:p>
                  </a:txBody>
                  <a:tcPr marT="142225" marB="71100" marR="142225" marL="142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2F2F2"/>
                    </a:solidFill>
                  </a:tcPr>
                </a:tc>
                <a:tc>
                  <a:txBody>
                    <a:bodyPr/>
                    <a:lstStyle/>
                    <a:p>
                      <a:pPr indent="0" lvl="0" marL="0" marR="0" rtl="0" algn="r">
                        <a:spcBef>
                          <a:spcPts val="0"/>
                        </a:spcBef>
                        <a:spcAft>
                          <a:spcPts val="0"/>
                        </a:spcAft>
                        <a:buClr>
                          <a:schemeClr val="dk1"/>
                        </a:buClr>
                        <a:buSzPts val="1700"/>
                        <a:buFont typeface="Libre Franklin"/>
                        <a:buNone/>
                      </a:pPr>
                      <a:r>
                        <a:rPr lang="en-US" sz="1700" u="none" cap="none" strike="noStrike">
                          <a:solidFill>
                            <a:schemeClr val="dk1"/>
                          </a:solidFill>
                        </a:rPr>
                        <a:t>-1.99%</a:t>
                      </a:r>
                      <a:endParaRPr/>
                    </a:p>
                  </a:txBody>
                  <a:tcPr marT="142225" marB="71100" marR="142225" marL="142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2F2F2"/>
                    </a:solidFill>
                  </a:tcPr>
                </a:tc>
                <a:tc>
                  <a:txBody>
                    <a:bodyPr/>
                    <a:lstStyle/>
                    <a:p>
                      <a:pPr indent="0" lvl="0" marL="0" marR="0" rtl="0" algn="r">
                        <a:spcBef>
                          <a:spcPts val="0"/>
                        </a:spcBef>
                        <a:spcAft>
                          <a:spcPts val="0"/>
                        </a:spcAft>
                        <a:buClr>
                          <a:schemeClr val="dk1"/>
                        </a:buClr>
                        <a:buSzPts val="1700"/>
                        <a:buFont typeface="Libre Franklin"/>
                        <a:buNone/>
                      </a:pPr>
                      <a:r>
                        <a:rPr lang="en-US" sz="1700" u="none" cap="none" strike="noStrike">
                          <a:solidFill>
                            <a:schemeClr val="dk1"/>
                          </a:solidFill>
                        </a:rPr>
                        <a:t>0.000096</a:t>
                      </a:r>
                      <a:endParaRPr/>
                    </a:p>
                  </a:txBody>
                  <a:tcPr marT="142225" marB="71100" marR="142225" marL="142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2F2F2"/>
                    </a:solidFill>
                  </a:tcPr>
                </a:tc>
              </a:tr>
              <a:tr h="334675">
                <a:tc>
                  <a:txBody>
                    <a:bodyPr/>
                    <a:lstStyle/>
                    <a:p>
                      <a:pPr indent="0" lvl="0" marL="0" marR="0" rtl="0" algn="l">
                        <a:spcBef>
                          <a:spcPts val="0"/>
                        </a:spcBef>
                        <a:spcAft>
                          <a:spcPts val="0"/>
                        </a:spcAft>
                        <a:buClr>
                          <a:schemeClr val="dk1"/>
                        </a:buClr>
                        <a:buSzPts val="1700"/>
                        <a:buFont typeface="Libre Franklin"/>
                        <a:buNone/>
                      </a:pPr>
                      <a:r>
                        <a:rPr lang="en-US" sz="1700" u="none" cap="none" strike="noStrike">
                          <a:solidFill>
                            <a:schemeClr val="dk1"/>
                          </a:solidFill>
                        </a:rPr>
                        <a:t>ML HRP</a:t>
                      </a:r>
                      <a:endParaRPr/>
                    </a:p>
                  </a:txBody>
                  <a:tcPr marT="142225" marB="71100" marR="142225" marL="142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Clr>
                          <a:schemeClr val="dk1"/>
                        </a:buClr>
                        <a:buSzPts val="1700"/>
                        <a:buFont typeface="Libre Franklin"/>
                        <a:buNone/>
                      </a:pPr>
                      <a:r>
                        <a:rPr lang="en-US" sz="1700" u="none" cap="none" strike="noStrike">
                          <a:solidFill>
                            <a:schemeClr val="dk1"/>
                          </a:solidFill>
                        </a:rPr>
                        <a:t>12.42%</a:t>
                      </a:r>
                      <a:endParaRPr/>
                    </a:p>
                  </a:txBody>
                  <a:tcPr marT="142225" marB="71100" marR="142225" marL="142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Clr>
                          <a:schemeClr val="dk1"/>
                        </a:buClr>
                        <a:buSzPts val="1700"/>
                        <a:buFont typeface="Libre Franklin"/>
                        <a:buNone/>
                      </a:pPr>
                      <a:r>
                        <a:rPr lang="en-US" sz="1700" u="none" cap="none" strike="noStrike">
                          <a:solidFill>
                            <a:schemeClr val="dk1"/>
                          </a:solidFill>
                        </a:rPr>
                        <a:t>3.50</a:t>
                      </a:r>
                      <a:endParaRPr/>
                    </a:p>
                  </a:txBody>
                  <a:tcPr marT="142225" marB="71100" marR="142225" marL="142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Clr>
                          <a:schemeClr val="dk1"/>
                        </a:buClr>
                        <a:buSzPts val="1700"/>
                        <a:buFont typeface="Libre Franklin"/>
                        <a:buNone/>
                      </a:pPr>
                      <a:r>
                        <a:rPr lang="en-US" sz="1700" u="none" cap="none" strike="noStrike">
                          <a:solidFill>
                            <a:schemeClr val="dk1"/>
                          </a:solidFill>
                        </a:rPr>
                        <a:t>-3.53%</a:t>
                      </a:r>
                      <a:endParaRPr/>
                    </a:p>
                  </a:txBody>
                  <a:tcPr marT="142225" marB="71100" marR="142225" marL="142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Clr>
                          <a:schemeClr val="dk1"/>
                        </a:buClr>
                        <a:buSzPts val="1700"/>
                        <a:buFont typeface="Libre Franklin"/>
                        <a:buNone/>
                      </a:pPr>
                      <a:r>
                        <a:rPr lang="en-US" sz="1700" u="none" cap="none" strike="noStrike">
                          <a:solidFill>
                            <a:schemeClr val="dk1"/>
                          </a:solidFill>
                        </a:rPr>
                        <a:t>-1.64%</a:t>
                      </a:r>
                      <a:endParaRPr/>
                    </a:p>
                  </a:txBody>
                  <a:tcPr marT="142225" marB="71100" marR="142225" marL="142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Clr>
                          <a:schemeClr val="dk1"/>
                        </a:buClr>
                        <a:buSzPts val="1700"/>
                        <a:buFont typeface="Libre Franklin"/>
                        <a:buNone/>
                      </a:pPr>
                      <a:r>
                        <a:rPr lang="en-US" sz="1700" u="none" cap="none" strike="noStrike">
                          <a:solidFill>
                            <a:schemeClr val="dk1"/>
                          </a:solidFill>
                        </a:rPr>
                        <a:t>0.000074</a:t>
                      </a:r>
                      <a:endParaRPr/>
                    </a:p>
                  </a:txBody>
                  <a:tcPr marT="142225" marB="71100" marR="142225" marL="142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155" name="Google Shape;155;p5"/>
          <p:cNvSpPr txBox="1"/>
          <p:nvPr/>
        </p:nvSpPr>
        <p:spPr>
          <a:xfrm>
            <a:off x="690623" y="4793796"/>
            <a:ext cx="1081075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The ML-enhanced portfolio performed better out of sample. The improvement was not only in return but also in risk control. This supports the idea that reducing estimation error can improve portfolio construction.</a:t>
            </a:r>
            <a:endParaRPr/>
          </a:p>
        </p:txBody>
      </p:sp>
    </p:spTree>
  </p:cSld>
  <p:clrMapOvr>
    <a:masterClrMapping/>
  </p:clrMapOvr>
</p:sld>
</file>

<file path=ppt/theme/theme1.xml><?xml version="1.0" encoding="utf-8"?>
<a:theme xmlns:a="http://schemas.openxmlformats.org/drawingml/2006/main" xmlns:r="http://schemas.openxmlformats.org/officeDocument/2006/relationships" name="DividendVTI">
  <a:themeElements>
    <a:clrScheme name="Blue II">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2026-06-06T14:21:51Z</dcterms:created>
  <dc:creator>Ammar Jubril</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